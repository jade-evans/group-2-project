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5" r:id="rId4"/>
    <p:sldMasterId id="2147483736" r:id="rId5"/>
  </p:sldMasterIdLst>
  <p:notesMasterIdLst>
    <p:notesMasterId r:id="rId6"/>
  </p:notesMasterIdLst>
  <p:sldIdLst>
    <p:sldId id="256" r:id="rId7"/>
    <p:sldId id="257" r:id="rId8"/>
    <p:sldId id="258" r:id="rId9"/>
    <p:sldId id="259" r:id="rId10"/>
    <p:sldId id="260" r:id="rId11"/>
  </p:sldIdLst>
  <p:sldSz cy="5143500" cx="9144000"/>
  <p:notesSz cx="6858000" cy="9144000"/>
  <p:embeddedFontLst>
    <p:embeddedFont>
      <p:font typeface="Arimo"/>
      <p:regular r:id="rId12"/>
      <p:bold r:id="rId13"/>
      <p:italic r:id="rId14"/>
      <p:boldItalic r:id="rId15"/>
    </p:embeddedFont>
    <p:embeddedFont>
      <p:font typeface="Arimo SemiBold"/>
      <p:regular r:id="rId16"/>
      <p:bold r:id="rId17"/>
      <p:italic r:id="rId18"/>
      <p:boldItalic r:id="rId19"/>
    </p:embeddedFont>
    <p:embeddedFont>
      <p:font typeface="Inter"/>
      <p:regular r:id="rId20"/>
      <p:bold r:id="rId21"/>
      <p:italic r:id="rId22"/>
      <p:boldItalic r:id="rId23"/>
    </p:embeddedFont>
    <p:embeddedFont>
      <p:font typeface="Arimo Medium"/>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regular.fntdata"/><Relationship Id="rId22" Type="http://schemas.openxmlformats.org/officeDocument/2006/relationships/font" Target="fonts/Inter-italic.fntdata"/><Relationship Id="rId21" Type="http://schemas.openxmlformats.org/officeDocument/2006/relationships/font" Target="fonts/Inter-bold.fntdata"/><Relationship Id="rId24" Type="http://schemas.openxmlformats.org/officeDocument/2006/relationships/font" Target="fonts/ArimoMedium-regular.fntdata"/><Relationship Id="rId23" Type="http://schemas.openxmlformats.org/officeDocument/2006/relationships/font" Target="fonts/Inter-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ArimoMedium-italic.fntdata"/><Relationship Id="rId25" Type="http://schemas.openxmlformats.org/officeDocument/2006/relationships/font" Target="fonts/ArimoMedium-bold.fntdata"/><Relationship Id="rId27" Type="http://schemas.openxmlformats.org/officeDocument/2006/relationships/font" Target="fonts/ArimoMedium-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Arimo-bold.fntdata"/><Relationship Id="rId12" Type="http://schemas.openxmlformats.org/officeDocument/2006/relationships/font" Target="fonts/Arimo-regular.fntdata"/><Relationship Id="rId15" Type="http://schemas.openxmlformats.org/officeDocument/2006/relationships/font" Target="fonts/Arimo-boldItalic.fntdata"/><Relationship Id="rId14" Type="http://schemas.openxmlformats.org/officeDocument/2006/relationships/font" Target="fonts/Arimo-italic.fntdata"/><Relationship Id="rId17" Type="http://schemas.openxmlformats.org/officeDocument/2006/relationships/font" Target="fonts/ArimoSemiBold-bold.fntdata"/><Relationship Id="rId16" Type="http://schemas.openxmlformats.org/officeDocument/2006/relationships/font" Target="fonts/ArimoSemiBold-regular.fntdata"/><Relationship Id="rId19" Type="http://schemas.openxmlformats.org/officeDocument/2006/relationships/font" Target="fonts/ArimoSemiBold-boldItalic.fntdata"/><Relationship Id="rId18" Type="http://schemas.openxmlformats.org/officeDocument/2006/relationships/font" Target="fonts/Arimo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f66d9ab3a3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f66d9ab3a3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decided to build the backend for an online coffee store. The application provides a REST API for managing coffee products and their stock levels, using Java, Spring Boot and MySQL.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66d9ab3a3_0_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3f66d9ab3a3_0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API lets a client interact with the coffee catalogue through REST endpoints. Requests come through our controller, the service layer handles the business logic, and the repository communicates with our MySQL database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f66d9ab3a3_0_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3f66d9ab3a3_0_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 the left is our layered architecture, and on the right you can see how we organised the code inside IntelliJ. We separated responsibilities into controllers, services, repositories, models and utilities following common Spring Boot conventions.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application follows a layered Spring architecture. </a:t>
            </a:r>
            <a:r>
              <a:rPr lang="en">
                <a:solidFill>
                  <a:schemeClr val="dk1"/>
                </a:solidFill>
              </a:rPr>
              <a:t>HTTP requests are received by the controller, which delegates business logic to the service layer. The service communicates with the repository, which manages persistence in the MySQL database.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f67b76b4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f67b76b4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None/>
            </a:pPr>
            <a:r>
              <a:rPr lang="en">
                <a:solidFill>
                  <a:schemeClr val="dk1"/>
                </a:solidFill>
              </a:rPr>
              <a:t>One of the features we've implemented is stock management. We have two PUT endpoints. The first sets a product's stock to a specific quantity, while the second adjusts the existing stock by either a positive or negative amount.</a:t>
            </a:r>
            <a:endParaRPr>
              <a:solidFill>
                <a:schemeClr val="dk1"/>
              </a:solidFill>
            </a:endParaRPr>
          </a:p>
          <a:p>
            <a:pPr indent="0" lvl="0" marL="0" rtl="0" algn="l">
              <a:lnSpc>
                <a:spcPct val="115000"/>
              </a:lnSpc>
              <a:spcBef>
                <a:spcPts val="1200"/>
              </a:spcBef>
              <a:spcAft>
                <a:spcPts val="1200"/>
              </a:spcAft>
              <a:buClr>
                <a:schemeClr val="dk1"/>
              </a:buClr>
              <a:buSzPts val="1100"/>
              <a:buNone/>
            </a:pPr>
            <a:r>
              <a:rPr lang="en">
                <a:solidFill>
                  <a:schemeClr val="dk1"/>
                </a:solidFill>
              </a:rPr>
              <a:t>The controller receives the request and passes it to the service, where the business logic is handled. The updated product is then saved through the repository and returned to the client.</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f67b76b49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f67b76b49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None/>
            </a:pPr>
            <a:r>
              <a:rPr lang="en"/>
              <a:t>We've worked collaboratively using GitHub, with each of us developing features on separate branches and using pull requests to merge our work. That's also given us experience resolving merge conflicts and integrating code written by different team members.</a:t>
            </a:r>
            <a:endParaRPr/>
          </a:p>
          <a:p>
            <a:pPr indent="0" lvl="0" marL="0" rtl="0" algn="l">
              <a:lnSpc>
                <a:spcPct val="115000"/>
              </a:lnSpc>
              <a:spcBef>
                <a:spcPts val="1200"/>
              </a:spcBef>
              <a:spcAft>
                <a:spcPts val="0"/>
              </a:spcAft>
              <a:buClr>
                <a:schemeClr val="dk1"/>
              </a:buClr>
              <a:buSzPts val="1100"/>
              <a:buNone/>
            </a:pPr>
            <a:r>
              <a:rPr lang="en"/>
              <a:t>As the project isn't due until next week, we're still actively developing it. Our next steps are to finish the remaining functionality, and write automated unit tests with JUnit and Mockito to verify the </a:t>
            </a:r>
            <a:r>
              <a:rPr lang="en"/>
              <a:t>service</a:t>
            </a:r>
            <a:r>
              <a:rPr lang="en"/>
              <a:t> logic and validation. We also need to finalise our documentation ready for submission.</a:t>
            </a:r>
            <a:endParaRPr/>
          </a:p>
          <a:p>
            <a:pPr indent="0" lvl="0" marL="0" rtl="0" algn="l">
              <a:spcBef>
                <a:spcPts val="1200"/>
              </a:spcBef>
              <a:spcAft>
                <a:spcPts val="0"/>
              </a:spcAft>
              <a:buClr>
                <a:schemeClr val="dk1"/>
              </a:buClr>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13" name="Shape 13"/>
        <p:cNvGrpSpPr/>
        <p:nvPr/>
      </p:nvGrpSpPr>
      <p:grpSpPr>
        <a:xfrm>
          <a:off x="0" y="0"/>
          <a:ext cx="0" cy="0"/>
          <a:chOff x="0" y="0"/>
          <a:chExt cx="0" cy="0"/>
        </a:xfrm>
      </p:grpSpPr>
      <p:sp>
        <p:nvSpPr>
          <p:cNvPr id="14" name="Google Shape;14;p2"/>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15" name="Google Shape;15;p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1" name="Google Shape;21;p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24" name="Shape 24"/>
        <p:cNvGrpSpPr/>
        <p:nvPr/>
      </p:nvGrpSpPr>
      <p:grpSpPr>
        <a:xfrm>
          <a:off x="0" y="0"/>
          <a:ext cx="0" cy="0"/>
          <a:chOff x="0" y="0"/>
          <a:chExt cx="0" cy="0"/>
        </a:xfrm>
      </p:grpSpPr>
      <p:sp>
        <p:nvSpPr>
          <p:cNvPr id="25" name="Google Shape;25;p4"/>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6" name="Google Shape;26;p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31" name="Google Shape;31;p5"/>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32" name="Google Shape;32;p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4" name="Google Shape;34;p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35" name="Shape 35"/>
        <p:cNvGrpSpPr/>
        <p:nvPr/>
      </p:nvGrpSpPr>
      <p:grpSpPr>
        <a:xfrm>
          <a:off x="0" y="0"/>
          <a:ext cx="0" cy="0"/>
          <a:chOff x="0" y="0"/>
          <a:chExt cx="0" cy="0"/>
        </a:xfrm>
      </p:grpSpPr>
      <p:cxnSp>
        <p:nvCxnSpPr>
          <p:cNvPr id="36" name="Google Shape;36;p6"/>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37" name="Google Shape;37;p6"/>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38" name="Google Shape;38;p6"/>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39" name="Google Shape;39;p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1" name="Google Shape;41;p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2" name="Google Shape;42;p6"/>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43" name="Shape 43"/>
        <p:cNvGrpSpPr/>
        <p:nvPr/>
      </p:nvGrpSpPr>
      <p:grpSpPr>
        <a:xfrm>
          <a:off x="0" y="0"/>
          <a:ext cx="0" cy="0"/>
          <a:chOff x="0" y="0"/>
          <a:chExt cx="0" cy="0"/>
        </a:xfrm>
      </p:grpSpPr>
      <p:sp>
        <p:nvSpPr>
          <p:cNvPr id="44" name="Google Shape;44;p7"/>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5" name="Google Shape;45;p7"/>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46" name="Google Shape;46;p7"/>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47" name="Google Shape;47;p7"/>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48" name="Google Shape;48;p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50" name="Google Shape;50;p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53" name="Google Shape;53;p8"/>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54" name="Google Shape;54;p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58" name="Shape 58"/>
        <p:cNvGrpSpPr/>
        <p:nvPr/>
      </p:nvGrpSpPr>
      <p:grpSpPr>
        <a:xfrm>
          <a:off x="0" y="0"/>
          <a:ext cx="0" cy="0"/>
          <a:chOff x="0" y="0"/>
          <a:chExt cx="0" cy="0"/>
        </a:xfrm>
      </p:grpSpPr>
      <p:sp>
        <p:nvSpPr>
          <p:cNvPr id="59" name="Google Shape;59;p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61" name="Google Shape;61;p9"/>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62" name="Shape 62"/>
        <p:cNvGrpSpPr/>
        <p:nvPr/>
      </p:nvGrpSpPr>
      <p:grpSpPr>
        <a:xfrm>
          <a:off x="0" y="0"/>
          <a:ext cx="0" cy="0"/>
          <a:chOff x="0" y="0"/>
          <a:chExt cx="0" cy="0"/>
        </a:xfrm>
      </p:grpSpPr>
      <p:sp>
        <p:nvSpPr>
          <p:cNvPr id="63" name="Google Shape;63;p10"/>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64" name="Google Shape;64;p1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6" name="Google Shape;66;p1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7" name="Google Shape;67;p10"/>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68" name="Google Shape;68;p10"/>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69" name="Google Shape;69;p10"/>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0" name="Google Shape;70;p10"/>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1" name="Google Shape;71;p10"/>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2" name="Google Shape;72;p10"/>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3" name="Google Shape;73;p10"/>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4" name="Google Shape;74;p10"/>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75" name="Shape 75"/>
        <p:cNvGrpSpPr/>
        <p:nvPr/>
      </p:nvGrpSpPr>
      <p:grpSpPr>
        <a:xfrm>
          <a:off x="0" y="0"/>
          <a:ext cx="0" cy="0"/>
          <a:chOff x="0" y="0"/>
          <a:chExt cx="0" cy="0"/>
        </a:xfrm>
      </p:grpSpPr>
      <p:sp>
        <p:nvSpPr>
          <p:cNvPr id="76" name="Google Shape;76;p11"/>
          <p:cNvSpPr/>
          <p:nvPr>
            <p:ph idx="2" type="pic"/>
          </p:nvPr>
        </p:nvSpPr>
        <p:spPr>
          <a:xfrm>
            <a:off x="283850" y="2178075"/>
            <a:ext cx="4227600" cy="2505600"/>
          </a:xfrm>
          <a:prstGeom prst="rect">
            <a:avLst/>
          </a:prstGeom>
          <a:noFill/>
          <a:ln>
            <a:noFill/>
          </a:ln>
        </p:spPr>
      </p:sp>
      <p:sp>
        <p:nvSpPr>
          <p:cNvPr id="77" name="Google Shape;77;p1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0" name="Google Shape;80;p11"/>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1" name="Google Shape;81;p11"/>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82" name="Google Shape;82;p11"/>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83" name="Shape 83"/>
        <p:cNvGrpSpPr/>
        <p:nvPr/>
      </p:nvGrpSpPr>
      <p:grpSpPr>
        <a:xfrm>
          <a:off x="0" y="0"/>
          <a:ext cx="0" cy="0"/>
          <a:chOff x="0" y="0"/>
          <a:chExt cx="0" cy="0"/>
        </a:xfrm>
      </p:grpSpPr>
      <p:sp>
        <p:nvSpPr>
          <p:cNvPr id="84" name="Google Shape;84;p12"/>
          <p:cNvSpPr/>
          <p:nvPr>
            <p:ph idx="2" type="pic"/>
          </p:nvPr>
        </p:nvSpPr>
        <p:spPr>
          <a:xfrm>
            <a:off x="4629750" y="0"/>
            <a:ext cx="4227000" cy="4683600"/>
          </a:xfrm>
          <a:prstGeom prst="roundRect">
            <a:avLst>
              <a:gd fmla="val 0" name="adj"/>
            </a:avLst>
          </a:prstGeom>
          <a:noFill/>
          <a:ln>
            <a:noFill/>
          </a:ln>
        </p:spPr>
      </p:sp>
      <p:sp>
        <p:nvSpPr>
          <p:cNvPr id="85" name="Google Shape;85;p1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2"/>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7" name="Google Shape;87;p12"/>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88" name="Google Shape;88;p1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9" name="Google Shape;89;p1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90" name="Shape 90"/>
        <p:cNvGrpSpPr/>
        <p:nvPr/>
      </p:nvGrpSpPr>
      <p:grpSpPr>
        <a:xfrm>
          <a:off x="0" y="0"/>
          <a:ext cx="0" cy="0"/>
          <a:chOff x="0" y="0"/>
          <a:chExt cx="0" cy="0"/>
        </a:xfrm>
      </p:grpSpPr>
      <p:sp>
        <p:nvSpPr>
          <p:cNvPr id="91" name="Google Shape;91;p13"/>
          <p:cNvSpPr/>
          <p:nvPr>
            <p:ph idx="2" type="pic"/>
          </p:nvPr>
        </p:nvSpPr>
        <p:spPr>
          <a:xfrm>
            <a:off x="270275" y="3132475"/>
            <a:ext cx="2770500" cy="1551000"/>
          </a:xfrm>
          <a:prstGeom prst="roundRect">
            <a:avLst>
              <a:gd fmla="val 0" name="adj"/>
            </a:avLst>
          </a:prstGeom>
          <a:noFill/>
          <a:ln>
            <a:noFill/>
          </a:ln>
        </p:spPr>
      </p:sp>
      <p:sp>
        <p:nvSpPr>
          <p:cNvPr id="92" name="Google Shape;92;p1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3"/>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94" name="Google Shape;94;p13"/>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95" name="Google Shape;95;p13"/>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6" name="Google Shape;96;p13"/>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7" name="Google Shape;97;p13"/>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98" name="Shape 98"/>
        <p:cNvGrpSpPr/>
        <p:nvPr/>
      </p:nvGrpSpPr>
      <p:grpSpPr>
        <a:xfrm>
          <a:off x="0" y="0"/>
          <a:ext cx="0" cy="0"/>
          <a:chOff x="0" y="0"/>
          <a:chExt cx="0" cy="0"/>
        </a:xfrm>
      </p:grpSpPr>
      <p:sp>
        <p:nvSpPr>
          <p:cNvPr id="99" name="Google Shape;99;p14"/>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0" name="Google Shape;100;p14"/>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01" name="Google Shape;101;p14"/>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2" name="Google Shape;102;p14"/>
          <p:cNvSpPr/>
          <p:nvPr>
            <p:ph idx="3" type="pic"/>
          </p:nvPr>
        </p:nvSpPr>
        <p:spPr>
          <a:xfrm>
            <a:off x="283850" y="0"/>
            <a:ext cx="4227000" cy="4683600"/>
          </a:xfrm>
          <a:prstGeom prst="roundRect">
            <a:avLst>
              <a:gd fmla="val 0" name="adj"/>
            </a:avLst>
          </a:prstGeom>
          <a:noFill/>
          <a:ln>
            <a:noFill/>
          </a:ln>
        </p:spPr>
      </p:sp>
      <p:sp>
        <p:nvSpPr>
          <p:cNvPr id="103" name="Google Shape;103;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4"/>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5" name="Google Shape;105;p14"/>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06" name="Shape 106"/>
        <p:cNvGrpSpPr/>
        <p:nvPr/>
      </p:nvGrpSpPr>
      <p:grpSpPr>
        <a:xfrm>
          <a:off x="0" y="0"/>
          <a:ext cx="0" cy="0"/>
          <a:chOff x="0" y="0"/>
          <a:chExt cx="0" cy="0"/>
        </a:xfrm>
      </p:grpSpPr>
      <p:sp>
        <p:nvSpPr>
          <p:cNvPr id="107" name="Google Shape;107;p1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5"/>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9" name="Google Shape;109;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0" name="Google Shape;110;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15"/>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12" name="Google Shape;112;p15"/>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3" name="Google Shape;113;p15"/>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14" name="Google Shape;114;p15"/>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5" name="Google Shape;115;p15"/>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6" name="Google Shape;116;p15"/>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7" name="Google Shape;117;p15"/>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8" name="Google Shape;118;p15"/>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9" name="Google Shape;119;p15"/>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20" name="Shape 120"/>
        <p:cNvGrpSpPr/>
        <p:nvPr/>
      </p:nvGrpSpPr>
      <p:grpSpPr>
        <a:xfrm>
          <a:off x="0" y="0"/>
          <a:ext cx="0" cy="0"/>
          <a:chOff x="0" y="0"/>
          <a:chExt cx="0" cy="0"/>
        </a:xfrm>
      </p:grpSpPr>
      <p:sp>
        <p:nvSpPr>
          <p:cNvPr id="121" name="Google Shape;121;p16"/>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2" name="Google Shape;122;p16"/>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3" name="Google Shape;123;p16"/>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4" name="Google Shape;124;p16"/>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25" name="Google Shape;125;p16"/>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6" name="Google Shape;126;p1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16"/>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8" name="Google Shape;128;p16"/>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9" name="Google Shape;129;p16"/>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0" name="Google Shape;130;p1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1" name="Google Shape;131;p16"/>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32" name="Google Shape;132;p16"/>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33" name="Google Shape;133;p16"/>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34" name="Shape 134"/>
        <p:cNvGrpSpPr/>
        <p:nvPr/>
      </p:nvGrpSpPr>
      <p:grpSpPr>
        <a:xfrm>
          <a:off x="0" y="0"/>
          <a:ext cx="0" cy="0"/>
          <a:chOff x="0" y="0"/>
          <a:chExt cx="0" cy="0"/>
        </a:xfrm>
      </p:grpSpPr>
      <p:sp>
        <p:nvSpPr>
          <p:cNvPr id="135" name="Google Shape;135;p17"/>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6" name="Google Shape;136;p17"/>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7" name="Google Shape;137;p17"/>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8" name="Google Shape;138;p17"/>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39" name="Google Shape;139;p17"/>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0" name="Google Shape;140;p1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7"/>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2" name="Google Shape;142;p17"/>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3" name="Google Shape;143;p17"/>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4" name="Google Shape;144;p17"/>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45" name="Shape 145"/>
        <p:cNvGrpSpPr/>
        <p:nvPr/>
      </p:nvGrpSpPr>
      <p:grpSpPr>
        <a:xfrm>
          <a:off x="0" y="0"/>
          <a:ext cx="0" cy="0"/>
          <a:chOff x="0" y="0"/>
          <a:chExt cx="0" cy="0"/>
        </a:xfrm>
      </p:grpSpPr>
      <p:sp>
        <p:nvSpPr>
          <p:cNvPr id="146" name="Google Shape;146;p1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18"/>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48" name="Google Shape;148;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1" name="Google Shape;151;p18"/>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2" name="Google Shape;152;p18"/>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53" name="Shape 153"/>
        <p:cNvGrpSpPr/>
        <p:nvPr/>
      </p:nvGrpSpPr>
      <p:grpSpPr>
        <a:xfrm>
          <a:off x="0" y="0"/>
          <a:ext cx="0" cy="0"/>
          <a:chOff x="0" y="0"/>
          <a:chExt cx="0" cy="0"/>
        </a:xfrm>
      </p:grpSpPr>
      <p:sp>
        <p:nvSpPr>
          <p:cNvPr id="154" name="Google Shape;154;p19"/>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5" name="Google Shape;155;p19"/>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6" name="Google Shape;156;p19"/>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7" name="Google Shape;157;p19"/>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158" name="Google Shape;158;p19"/>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19"/>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9"/>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1" name="Google Shape;161;p19"/>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2" name="Google Shape;162;p19"/>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3" name="Google Shape;163;p1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164" name="Shape 164"/>
        <p:cNvGrpSpPr/>
        <p:nvPr/>
      </p:nvGrpSpPr>
      <p:grpSpPr>
        <a:xfrm>
          <a:off x="0" y="0"/>
          <a:ext cx="0" cy="0"/>
          <a:chOff x="0" y="0"/>
          <a:chExt cx="0" cy="0"/>
        </a:xfrm>
      </p:grpSpPr>
      <p:sp>
        <p:nvSpPr>
          <p:cNvPr id="165" name="Google Shape;165;p20"/>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66" name="Google Shape;166;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0"/>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68" name="Google Shape;168;p20"/>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9" name="Google Shape;169;p20"/>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20"/>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1" name="Google Shape;171;p20"/>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2" name="Google Shape;172;p20"/>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3" name="Google Shape;173;p20"/>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4" name="Google Shape;174;p20"/>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5" name="Google Shape;175;p20"/>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176" name="Shape 176"/>
        <p:cNvGrpSpPr/>
        <p:nvPr/>
      </p:nvGrpSpPr>
      <p:grpSpPr>
        <a:xfrm>
          <a:off x="0" y="0"/>
          <a:ext cx="0" cy="0"/>
          <a:chOff x="0" y="0"/>
          <a:chExt cx="0" cy="0"/>
        </a:xfrm>
      </p:grpSpPr>
      <p:sp>
        <p:nvSpPr>
          <p:cNvPr id="177" name="Google Shape;177;p21"/>
          <p:cNvSpPr/>
          <p:nvPr>
            <p:ph idx="2" type="pic"/>
          </p:nvPr>
        </p:nvSpPr>
        <p:spPr>
          <a:xfrm>
            <a:off x="4629750" y="286075"/>
            <a:ext cx="1257900" cy="1261500"/>
          </a:xfrm>
          <a:prstGeom prst="rect">
            <a:avLst/>
          </a:prstGeom>
          <a:noFill/>
          <a:ln>
            <a:noFill/>
          </a:ln>
        </p:spPr>
      </p:sp>
      <p:sp>
        <p:nvSpPr>
          <p:cNvPr id="178" name="Google Shape;178;p21"/>
          <p:cNvSpPr/>
          <p:nvPr>
            <p:ph idx="3" type="pic"/>
          </p:nvPr>
        </p:nvSpPr>
        <p:spPr>
          <a:xfrm>
            <a:off x="6111800" y="286075"/>
            <a:ext cx="1257900" cy="1261500"/>
          </a:xfrm>
          <a:prstGeom prst="rect">
            <a:avLst/>
          </a:prstGeom>
          <a:noFill/>
          <a:ln>
            <a:noFill/>
          </a:ln>
        </p:spPr>
      </p:sp>
      <p:sp>
        <p:nvSpPr>
          <p:cNvPr id="179" name="Google Shape;179;p21"/>
          <p:cNvSpPr/>
          <p:nvPr>
            <p:ph idx="4" type="pic"/>
          </p:nvPr>
        </p:nvSpPr>
        <p:spPr>
          <a:xfrm>
            <a:off x="7593850" y="286075"/>
            <a:ext cx="1257900" cy="1261500"/>
          </a:xfrm>
          <a:prstGeom prst="rect">
            <a:avLst/>
          </a:prstGeom>
          <a:noFill/>
          <a:ln>
            <a:noFill/>
          </a:ln>
        </p:spPr>
      </p:sp>
      <p:sp>
        <p:nvSpPr>
          <p:cNvPr id="180" name="Google Shape;180;p21"/>
          <p:cNvSpPr/>
          <p:nvPr>
            <p:ph idx="5" type="pic"/>
          </p:nvPr>
        </p:nvSpPr>
        <p:spPr>
          <a:xfrm>
            <a:off x="4629750" y="2634475"/>
            <a:ext cx="1257900" cy="1261500"/>
          </a:xfrm>
          <a:prstGeom prst="rect">
            <a:avLst/>
          </a:prstGeom>
          <a:noFill/>
          <a:ln>
            <a:noFill/>
          </a:ln>
        </p:spPr>
      </p:sp>
      <p:sp>
        <p:nvSpPr>
          <p:cNvPr id="181" name="Google Shape;181;p21"/>
          <p:cNvSpPr/>
          <p:nvPr>
            <p:ph idx="6" type="pic"/>
          </p:nvPr>
        </p:nvSpPr>
        <p:spPr>
          <a:xfrm>
            <a:off x="6111800" y="2634475"/>
            <a:ext cx="1257900" cy="1261500"/>
          </a:xfrm>
          <a:prstGeom prst="rect">
            <a:avLst/>
          </a:prstGeom>
          <a:noFill/>
          <a:ln>
            <a:noFill/>
          </a:ln>
        </p:spPr>
      </p:sp>
      <p:sp>
        <p:nvSpPr>
          <p:cNvPr id="182" name="Google Shape;182;p21"/>
          <p:cNvSpPr/>
          <p:nvPr>
            <p:ph idx="7" type="pic"/>
          </p:nvPr>
        </p:nvSpPr>
        <p:spPr>
          <a:xfrm>
            <a:off x="7593850" y="2634475"/>
            <a:ext cx="1257900" cy="1261500"/>
          </a:xfrm>
          <a:prstGeom prst="rect">
            <a:avLst/>
          </a:prstGeom>
          <a:noFill/>
          <a:ln>
            <a:noFill/>
          </a:ln>
        </p:spPr>
      </p:sp>
      <p:sp>
        <p:nvSpPr>
          <p:cNvPr id="183" name="Google Shape;183;p21"/>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1"/>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6" name="Google Shape;186;p21"/>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7" name="Google Shape;187;p21"/>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188" name="Google Shape;188;p21"/>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89" name="Google Shape;189;p21"/>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0" name="Google Shape;190;p21"/>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1" name="Google Shape;191;p21"/>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2" name="Google Shape;192;p21"/>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3" name="Google Shape;193;p21"/>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194" name="Shape 194"/>
        <p:cNvGrpSpPr/>
        <p:nvPr/>
      </p:nvGrpSpPr>
      <p:grpSpPr>
        <a:xfrm>
          <a:off x="0" y="0"/>
          <a:ext cx="0" cy="0"/>
          <a:chOff x="0" y="0"/>
          <a:chExt cx="0" cy="0"/>
        </a:xfrm>
      </p:grpSpPr>
      <p:sp>
        <p:nvSpPr>
          <p:cNvPr id="195" name="Google Shape;195;p22"/>
          <p:cNvSpPr/>
          <p:nvPr>
            <p:ph idx="2" type="pic"/>
          </p:nvPr>
        </p:nvSpPr>
        <p:spPr>
          <a:xfrm>
            <a:off x="2456700" y="373175"/>
            <a:ext cx="1515000" cy="1616700"/>
          </a:xfrm>
          <a:prstGeom prst="rect">
            <a:avLst/>
          </a:prstGeom>
          <a:noFill/>
          <a:ln>
            <a:noFill/>
          </a:ln>
        </p:spPr>
      </p:sp>
      <p:sp>
        <p:nvSpPr>
          <p:cNvPr id="196" name="Google Shape;196;p22"/>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7" name="Google Shape;197;p22"/>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198" name="Google Shape;198;p22"/>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199" name="Google Shape;199;p22"/>
          <p:cNvSpPr/>
          <p:nvPr>
            <p:ph idx="4" type="pic"/>
          </p:nvPr>
        </p:nvSpPr>
        <p:spPr>
          <a:xfrm>
            <a:off x="4084738" y="373175"/>
            <a:ext cx="1515000" cy="1616700"/>
          </a:xfrm>
          <a:prstGeom prst="rect">
            <a:avLst/>
          </a:prstGeom>
          <a:noFill/>
          <a:ln>
            <a:noFill/>
          </a:ln>
        </p:spPr>
      </p:sp>
      <p:sp>
        <p:nvSpPr>
          <p:cNvPr id="200" name="Google Shape;200;p22"/>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1" name="Google Shape;201;p22"/>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2" name="Google Shape;202;p22"/>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3" name="Google Shape;203;p22"/>
          <p:cNvSpPr/>
          <p:nvPr>
            <p:ph idx="8" type="pic"/>
          </p:nvPr>
        </p:nvSpPr>
        <p:spPr>
          <a:xfrm>
            <a:off x="5713225" y="373175"/>
            <a:ext cx="1515000" cy="1616700"/>
          </a:xfrm>
          <a:prstGeom prst="rect">
            <a:avLst/>
          </a:prstGeom>
          <a:noFill/>
          <a:ln>
            <a:noFill/>
          </a:ln>
        </p:spPr>
      </p:sp>
      <p:sp>
        <p:nvSpPr>
          <p:cNvPr id="204" name="Google Shape;204;p22"/>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5" name="Google Shape;205;p22"/>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6" name="Google Shape;206;p22"/>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7" name="Google Shape;207;p22"/>
          <p:cNvSpPr/>
          <p:nvPr>
            <p:ph idx="15" type="pic"/>
          </p:nvPr>
        </p:nvSpPr>
        <p:spPr>
          <a:xfrm>
            <a:off x="7341950" y="373175"/>
            <a:ext cx="1515000" cy="1616700"/>
          </a:xfrm>
          <a:prstGeom prst="rect">
            <a:avLst/>
          </a:prstGeom>
          <a:noFill/>
          <a:ln>
            <a:noFill/>
          </a:ln>
        </p:spPr>
      </p:sp>
      <p:sp>
        <p:nvSpPr>
          <p:cNvPr id="208" name="Google Shape;208;p22"/>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9" name="Google Shape;209;p22"/>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10" name="Google Shape;210;p22"/>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11" name="Google Shape;211;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22"/>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22"/>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2"/>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15" name="Shape 215"/>
        <p:cNvGrpSpPr/>
        <p:nvPr/>
      </p:nvGrpSpPr>
      <p:grpSpPr>
        <a:xfrm>
          <a:off x="0" y="0"/>
          <a:ext cx="0" cy="0"/>
          <a:chOff x="0" y="0"/>
          <a:chExt cx="0" cy="0"/>
        </a:xfrm>
      </p:grpSpPr>
      <p:sp>
        <p:nvSpPr>
          <p:cNvPr id="216" name="Google Shape;216;p23"/>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7" name="Google Shape;217;p23"/>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18" name="Google Shape;218;p23"/>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9" name="Google Shape;219;p23"/>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0" name="Google Shape;220;p23"/>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1" name="Google Shape;221;p23"/>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2" name="Google Shape;222;p23"/>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3" name="Google Shape;223;p23"/>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4" name="Google Shape;224;p23"/>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5" name="Google Shape;225;p23"/>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6" name="Google Shape;226;p23"/>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7" name="Google Shape;227;p23"/>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8" name="Google Shape;228;p2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23"/>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30" name="Google Shape;230;p23"/>
          <p:cNvSpPr/>
          <p:nvPr>
            <p:ph idx="16" type="pic"/>
          </p:nvPr>
        </p:nvSpPr>
        <p:spPr>
          <a:xfrm>
            <a:off x="290325" y="1862825"/>
            <a:ext cx="663000" cy="1271100"/>
          </a:xfrm>
          <a:prstGeom prst="rect">
            <a:avLst/>
          </a:prstGeom>
          <a:noFill/>
          <a:ln>
            <a:noFill/>
          </a:ln>
        </p:spPr>
      </p:sp>
      <p:sp>
        <p:nvSpPr>
          <p:cNvPr id="231" name="Google Shape;231;p23"/>
          <p:cNvSpPr/>
          <p:nvPr>
            <p:ph idx="17" type="pic"/>
          </p:nvPr>
        </p:nvSpPr>
        <p:spPr>
          <a:xfrm>
            <a:off x="290325" y="3407525"/>
            <a:ext cx="663000" cy="1271100"/>
          </a:xfrm>
          <a:prstGeom prst="rect">
            <a:avLst/>
          </a:prstGeom>
          <a:noFill/>
          <a:ln>
            <a:noFill/>
          </a:ln>
        </p:spPr>
      </p:sp>
      <p:sp>
        <p:nvSpPr>
          <p:cNvPr id="232" name="Google Shape;232;p23"/>
          <p:cNvSpPr/>
          <p:nvPr>
            <p:ph idx="18" type="pic"/>
          </p:nvPr>
        </p:nvSpPr>
        <p:spPr>
          <a:xfrm>
            <a:off x="3191325" y="1862825"/>
            <a:ext cx="663000" cy="1271100"/>
          </a:xfrm>
          <a:prstGeom prst="rect">
            <a:avLst/>
          </a:prstGeom>
          <a:noFill/>
          <a:ln>
            <a:noFill/>
          </a:ln>
        </p:spPr>
      </p:sp>
      <p:sp>
        <p:nvSpPr>
          <p:cNvPr id="233" name="Google Shape;233;p23"/>
          <p:cNvSpPr/>
          <p:nvPr>
            <p:ph idx="19" type="pic"/>
          </p:nvPr>
        </p:nvSpPr>
        <p:spPr>
          <a:xfrm>
            <a:off x="3191325" y="3407525"/>
            <a:ext cx="663000" cy="1271100"/>
          </a:xfrm>
          <a:prstGeom prst="rect">
            <a:avLst/>
          </a:prstGeom>
          <a:noFill/>
          <a:ln>
            <a:noFill/>
          </a:ln>
        </p:spPr>
      </p:sp>
      <p:sp>
        <p:nvSpPr>
          <p:cNvPr id="234" name="Google Shape;234;p23"/>
          <p:cNvSpPr/>
          <p:nvPr>
            <p:ph idx="20" type="pic"/>
          </p:nvPr>
        </p:nvSpPr>
        <p:spPr>
          <a:xfrm>
            <a:off x="6092325" y="1862825"/>
            <a:ext cx="663000" cy="1271100"/>
          </a:xfrm>
          <a:prstGeom prst="rect">
            <a:avLst/>
          </a:prstGeom>
          <a:noFill/>
          <a:ln>
            <a:noFill/>
          </a:ln>
        </p:spPr>
      </p:sp>
      <p:sp>
        <p:nvSpPr>
          <p:cNvPr id="235" name="Google Shape;235;p23"/>
          <p:cNvSpPr/>
          <p:nvPr>
            <p:ph idx="21" type="pic"/>
          </p:nvPr>
        </p:nvSpPr>
        <p:spPr>
          <a:xfrm>
            <a:off x="6092325" y="3407525"/>
            <a:ext cx="663000" cy="1271100"/>
          </a:xfrm>
          <a:prstGeom prst="rect">
            <a:avLst/>
          </a:prstGeom>
          <a:noFill/>
          <a:ln>
            <a:noFill/>
          </a:ln>
        </p:spPr>
      </p:sp>
      <p:sp>
        <p:nvSpPr>
          <p:cNvPr id="236" name="Google Shape;236;p23"/>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23"/>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38" name="Shape 238"/>
        <p:cNvGrpSpPr/>
        <p:nvPr/>
      </p:nvGrpSpPr>
      <p:grpSpPr>
        <a:xfrm>
          <a:off x="0" y="0"/>
          <a:ext cx="0" cy="0"/>
          <a:chOff x="0" y="0"/>
          <a:chExt cx="0" cy="0"/>
        </a:xfrm>
      </p:grpSpPr>
      <p:sp>
        <p:nvSpPr>
          <p:cNvPr id="239" name="Google Shape;239;p24"/>
          <p:cNvSpPr/>
          <p:nvPr>
            <p:ph idx="2" type="pic"/>
          </p:nvPr>
        </p:nvSpPr>
        <p:spPr>
          <a:xfrm>
            <a:off x="3186000" y="3242875"/>
            <a:ext cx="2798100" cy="1440600"/>
          </a:xfrm>
          <a:prstGeom prst="rect">
            <a:avLst/>
          </a:prstGeom>
          <a:noFill/>
          <a:ln>
            <a:noFill/>
          </a:ln>
        </p:spPr>
      </p:sp>
      <p:sp>
        <p:nvSpPr>
          <p:cNvPr id="240" name="Google Shape;240;p24"/>
          <p:cNvSpPr/>
          <p:nvPr>
            <p:ph idx="3" type="pic"/>
          </p:nvPr>
        </p:nvSpPr>
        <p:spPr>
          <a:xfrm>
            <a:off x="5984100" y="3242875"/>
            <a:ext cx="1440600" cy="1440600"/>
          </a:xfrm>
          <a:prstGeom prst="rect">
            <a:avLst/>
          </a:prstGeom>
          <a:noFill/>
          <a:ln>
            <a:noFill/>
          </a:ln>
        </p:spPr>
      </p:sp>
      <p:sp>
        <p:nvSpPr>
          <p:cNvPr id="241" name="Google Shape;241;p24"/>
          <p:cNvSpPr/>
          <p:nvPr>
            <p:ph idx="4" type="pic"/>
          </p:nvPr>
        </p:nvSpPr>
        <p:spPr>
          <a:xfrm>
            <a:off x="7412150" y="1440350"/>
            <a:ext cx="1441500" cy="3243000"/>
          </a:xfrm>
          <a:prstGeom prst="rect">
            <a:avLst/>
          </a:prstGeom>
          <a:noFill/>
          <a:ln>
            <a:noFill/>
          </a:ln>
        </p:spPr>
      </p:sp>
      <p:sp>
        <p:nvSpPr>
          <p:cNvPr id="242" name="Google Shape;242;p24"/>
          <p:cNvSpPr/>
          <p:nvPr>
            <p:ph idx="5" type="pic"/>
          </p:nvPr>
        </p:nvSpPr>
        <p:spPr>
          <a:xfrm>
            <a:off x="7412150" y="0"/>
            <a:ext cx="1441500" cy="1440600"/>
          </a:xfrm>
          <a:prstGeom prst="rect">
            <a:avLst/>
          </a:prstGeom>
          <a:noFill/>
          <a:ln>
            <a:noFill/>
          </a:ln>
        </p:spPr>
      </p:sp>
      <p:sp>
        <p:nvSpPr>
          <p:cNvPr id="243" name="Google Shape;243;p24"/>
          <p:cNvSpPr/>
          <p:nvPr>
            <p:ph idx="6" type="pic"/>
          </p:nvPr>
        </p:nvSpPr>
        <p:spPr>
          <a:xfrm>
            <a:off x="3184850" y="0"/>
            <a:ext cx="4227300" cy="3243000"/>
          </a:xfrm>
          <a:prstGeom prst="rect">
            <a:avLst/>
          </a:prstGeom>
          <a:noFill/>
          <a:ln>
            <a:noFill/>
          </a:ln>
        </p:spPr>
      </p:sp>
      <p:sp>
        <p:nvSpPr>
          <p:cNvPr id="244" name="Google Shape;244;p2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5" name="Google Shape;245;p24"/>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24"/>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7" name="Google Shape;247;p24"/>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8" name="Google Shape;248;p24"/>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49" name="Google Shape;249;p24"/>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250" name="Shape 250"/>
        <p:cNvGrpSpPr/>
        <p:nvPr/>
      </p:nvGrpSpPr>
      <p:grpSpPr>
        <a:xfrm>
          <a:off x="0" y="0"/>
          <a:ext cx="0" cy="0"/>
          <a:chOff x="0" y="0"/>
          <a:chExt cx="0" cy="0"/>
        </a:xfrm>
      </p:grpSpPr>
      <p:sp>
        <p:nvSpPr>
          <p:cNvPr id="251" name="Google Shape;251;p25"/>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52" name="Google Shape;252;p25"/>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53" name="Google Shape;253;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2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2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25"/>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7" name="Shape 257"/>
        <p:cNvGrpSpPr/>
        <p:nvPr/>
      </p:nvGrpSpPr>
      <p:grpSpPr>
        <a:xfrm>
          <a:off x="0" y="0"/>
          <a:ext cx="0" cy="0"/>
          <a:chOff x="0" y="0"/>
          <a:chExt cx="0" cy="0"/>
        </a:xfrm>
      </p:grpSpPr>
      <p:sp>
        <p:nvSpPr>
          <p:cNvPr id="258" name="Google Shape;258;p26"/>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59" name="Google Shape;259;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65" name="Shape 265"/>
        <p:cNvGrpSpPr/>
        <p:nvPr/>
      </p:nvGrpSpPr>
      <p:grpSpPr>
        <a:xfrm>
          <a:off x="0" y="0"/>
          <a:ext cx="0" cy="0"/>
          <a:chOff x="0" y="0"/>
          <a:chExt cx="0" cy="0"/>
        </a:xfrm>
      </p:grpSpPr>
      <p:sp>
        <p:nvSpPr>
          <p:cNvPr id="266" name="Google Shape;266;p29"/>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71" name="Shape 271"/>
        <p:cNvGrpSpPr/>
        <p:nvPr/>
      </p:nvGrpSpPr>
      <p:grpSpPr>
        <a:xfrm>
          <a:off x="0" y="0"/>
          <a:ext cx="0" cy="0"/>
          <a:chOff x="0" y="0"/>
          <a:chExt cx="0" cy="0"/>
        </a:xfrm>
      </p:grpSpPr>
      <p:sp>
        <p:nvSpPr>
          <p:cNvPr id="272" name="Google Shape;272;p31"/>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3" name="Google Shape;273;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74" name="Shape 274"/>
        <p:cNvGrpSpPr/>
        <p:nvPr/>
      </p:nvGrpSpPr>
      <p:grpSpPr>
        <a:xfrm>
          <a:off x="0" y="0"/>
          <a:ext cx="0" cy="0"/>
          <a:chOff x="0" y="0"/>
          <a:chExt cx="0" cy="0"/>
        </a:xfrm>
      </p:grpSpPr>
      <p:sp>
        <p:nvSpPr>
          <p:cNvPr id="275" name="Google Shape;275;p32"/>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76" name="Shape 276"/>
        <p:cNvGrpSpPr/>
        <p:nvPr/>
      </p:nvGrpSpPr>
      <p:grpSpPr>
        <a:xfrm>
          <a:off x="0" y="0"/>
          <a:ext cx="0" cy="0"/>
          <a:chOff x="0" y="0"/>
          <a:chExt cx="0" cy="0"/>
        </a:xfrm>
      </p:grpSpPr>
      <p:sp>
        <p:nvSpPr>
          <p:cNvPr id="277" name="Google Shape;277;p33"/>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78" name="Google Shape;278;p3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9" name="Google Shape;279;p3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80" name="Shape 280"/>
        <p:cNvGrpSpPr/>
        <p:nvPr/>
      </p:nvGrpSpPr>
      <p:grpSpPr>
        <a:xfrm>
          <a:off x="0" y="0"/>
          <a:ext cx="0" cy="0"/>
          <a:chOff x="0" y="0"/>
          <a:chExt cx="0" cy="0"/>
        </a:xfrm>
      </p:grpSpPr>
      <p:sp>
        <p:nvSpPr>
          <p:cNvPr id="281" name="Google Shape;281;p3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82" name="Shape 282"/>
        <p:cNvGrpSpPr/>
        <p:nvPr/>
      </p:nvGrpSpPr>
      <p:grpSpPr>
        <a:xfrm>
          <a:off x="0" y="0"/>
          <a:ext cx="0" cy="0"/>
          <a:chOff x="0" y="0"/>
          <a:chExt cx="0" cy="0"/>
        </a:xfrm>
      </p:grpSpPr>
      <p:sp>
        <p:nvSpPr>
          <p:cNvPr id="283" name="Google Shape;283;p35"/>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84" name="Google Shape;284;p3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86" name="Shape 286"/>
        <p:cNvGrpSpPr/>
        <p:nvPr/>
      </p:nvGrpSpPr>
      <p:grpSpPr>
        <a:xfrm>
          <a:off x="0" y="0"/>
          <a:ext cx="0" cy="0"/>
          <a:chOff x="0" y="0"/>
          <a:chExt cx="0" cy="0"/>
        </a:xfrm>
      </p:grpSpPr>
      <p:sp>
        <p:nvSpPr>
          <p:cNvPr id="287" name="Google Shape;287;p37"/>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9" name="Google Shape;289;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0" name="Google Shape;290;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1" name="Google Shape;291;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2" name="Google Shape;292;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3" name="Google Shape;293;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94" name="Shape 294"/>
        <p:cNvGrpSpPr/>
        <p:nvPr/>
      </p:nvGrpSpPr>
      <p:grpSpPr>
        <a:xfrm>
          <a:off x="0" y="0"/>
          <a:ext cx="0" cy="0"/>
          <a:chOff x="0" y="0"/>
          <a:chExt cx="0" cy="0"/>
        </a:xfrm>
      </p:grpSpPr>
      <p:sp>
        <p:nvSpPr>
          <p:cNvPr id="295" name="Google Shape;295;p3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38"/>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98" name="Shape 298"/>
        <p:cNvGrpSpPr/>
        <p:nvPr/>
      </p:nvGrpSpPr>
      <p:grpSpPr>
        <a:xfrm>
          <a:off x="0" y="0"/>
          <a:ext cx="0" cy="0"/>
          <a:chOff x="0" y="0"/>
          <a:chExt cx="0" cy="0"/>
        </a:xfrm>
      </p:grpSpPr>
      <p:sp>
        <p:nvSpPr>
          <p:cNvPr id="299" name="Google Shape;299;p39"/>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0" name="Google Shape;300;p39"/>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1" name="Google Shape;301;p3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2" name="Google Shape;302;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3" name="Google Shape;303;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04" name="Shape 304"/>
        <p:cNvGrpSpPr/>
        <p:nvPr/>
      </p:nvGrpSpPr>
      <p:grpSpPr>
        <a:xfrm>
          <a:off x="0" y="0"/>
          <a:ext cx="0" cy="0"/>
          <a:chOff x="0" y="0"/>
          <a:chExt cx="0" cy="0"/>
        </a:xfrm>
      </p:grpSpPr>
      <p:sp>
        <p:nvSpPr>
          <p:cNvPr id="305" name="Google Shape;305;p40"/>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4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40"/>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8" name="Google Shape;308;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4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12" name="Shape 312"/>
        <p:cNvGrpSpPr/>
        <p:nvPr/>
      </p:nvGrpSpPr>
      <p:grpSpPr>
        <a:xfrm>
          <a:off x="0" y="0"/>
          <a:ext cx="0" cy="0"/>
          <a:chOff x="0" y="0"/>
          <a:chExt cx="0" cy="0"/>
        </a:xfrm>
      </p:grpSpPr>
      <p:sp>
        <p:nvSpPr>
          <p:cNvPr id="313" name="Google Shape;313;p41"/>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4" name="Google Shape;314;p4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5" name="Google Shape;315;p4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6" name="Google Shape;316;p4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7" name="Google Shape;317;p41"/>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8" name="Google Shape;318;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9" name="Google Shape;319;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0" name="Google Shape;320;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1" name="Google Shape;321;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22" name="Shape 322"/>
        <p:cNvGrpSpPr/>
        <p:nvPr/>
      </p:nvGrpSpPr>
      <p:grpSpPr>
        <a:xfrm>
          <a:off x="0" y="0"/>
          <a:ext cx="0" cy="0"/>
          <a:chOff x="0" y="0"/>
          <a:chExt cx="0" cy="0"/>
        </a:xfrm>
      </p:grpSpPr>
      <p:sp>
        <p:nvSpPr>
          <p:cNvPr id="323" name="Google Shape;323;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25" name="Shape 325"/>
        <p:cNvGrpSpPr/>
        <p:nvPr/>
      </p:nvGrpSpPr>
      <p:grpSpPr>
        <a:xfrm>
          <a:off x="0" y="0"/>
          <a:ext cx="0" cy="0"/>
          <a:chOff x="0" y="0"/>
          <a:chExt cx="0" cy="0"/>
        </a:xfrm>
      </p:grpSpPr>
      <p:sp>
        <p:nvSpPr>
          <p:cNvPr id="326" name="Google Shape;326;p43"/>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7" name="Google Shape;327;p43"/>
          <p:cNvSpPr/>
          <p:nvPr>
            <p:ph idx="2" type="pic"/>
          </p:nvPr>
        </p:nvSpPr>
        <p:spPr>
          <a:xfrm>
            <a:off x="4804825" y="1133300"/>
            <a:ext cx="4027500" cy="2392800"/>
          </a:xfrm>
          <a:prstGeom prst="rect">
            <a:avLst/>
          </a:prstGeom>
          <a:noFill/>
          <a:ln>
            <a:noFill/>
          </a:ln>
        </p:spPr>
      </p:sp>
      <p:sp>
        <p:nvSpPr>
          <p:cNvPr id="328" name="Google Shape;328;p43"/>
          <p:cNvSpPr/>
          <p:nvPr>
            <p:ph idx="3" type="pic"/>
          </p:nvPr>
        </p:nvSpPr>
        <p:spPr>
          <a:xfrm>
            <a:off x="311725" y="1133300"/>
            <a:ext cx="4027500" cy="2392800"/>
          </a:xfrm>
          <a:prstGeom prst="rect">
            <a:avLst/>
          </a:prstGeom>
          <a:noFill/>
          <a:ln>
            <a:noFill/>
          </a:ln>
        </p:spPr>
      </p:sp>
      <p:sp>
        <p:nvSpPr>
          <p:cNvPr id="329" name="Google Shape;329;p4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0" name="Google Shape;330;p43"/>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1" name="Google Shape;331;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2" name="Google Shape;332;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33" name="Shape 333"/>
        <p:cNvGrpSpPr/>
        <p:nvPr/>
      </p:nvGrpSpPr>
      <p:grpSpPr>
        <a:xfrm>
          <a:off x="0" y="0"/>
          <a:ext cx="0" cy="0"/>
          <a:chOff x="0" y="0"/>
          <a:chExt cx="0" cy="0"/>
        </a:xfrm>
      </p:grpSpPr>
      <p:sp>
        <p:nvSpPr>
          <p:cNvPr id="334" name="Google Shape;334;p44"/>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44"/>
          <p:cNvSpPr/>
          <p:nvPr>
            <p:ph idx="2" type="pic"/>
          </p:nvPr>
        </p:nvSpPr>
        <p:spPr>
          <a:xfrm>
            <a:off x="6205225" y="1128325"/>
            <a:ext cx="2627100" cy="2273100"/>
          </a:xfrm>
          <a:prstGeom prst="rect">
            <a:avLst/>
          </a:prstGeom>
          <a:noFill/>
          <a:ln>
            <a:noFill/>
          </a:ln>
        </p:spPr>
      </p:sp>
      <p:sp>
        <p:nvSpPr>
          <p:cNvPr id="336" name="Google Shape;336;p44"/>
          <p:cNvSpPr/>
          <p:nvPr>
            <p:ph idx="3" type="pic"/>
          </p:nvPr>
        </p:nvSpPr>
        <p:spPr>
          <a:xfrm>
            <a:off x="311725" y="1128325"/>
            <a:ext cx="2627100" cy="2273100"/>
          </a:xfrm>
          <a:prstGeom prst="rect">
            <a:avLst/>
          </a:prstGeom>
          <a:noFill/>
          <a:ln>
            <a:noFill/>
          </a:ln>
        </p:spPr>
      </p:sp>
      <p:sp>
        <p:nvSpPr>
          <p:cNvPr id="337" name="Google Shape;337;p4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4"/>
          <p:cNvSpPr/>
          <p:nvPr>
            <p:ph idx="5" type="pic"/>
          </p:nvPr>
        </p:nvSpPr>
        <p:spPr>
          <a:xfrm>
            <a:off x="3255250" y="1128325"/>
            <a:ext cx="2627100" cy="2273100"/>
          </a:xfrm>
          <a:prstGeom prst="rect">
            <a:avLst/>
          </a:prstGeom>
          <a:noFill/>
          <a:ln>
            <a:noFill/>
          </a:ln>
        </p:spPr>
      </p:sp>
      <p:sp>
        <p:nvSpPr>
          <p:cNvPr id="339" name="Google Shape;339;p4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0" name="Google Shape;340;p4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2" name="Google Shape;342;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3" name="Google Shape;343;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4" name="Shape 344"/>
        <p:cNvGrpSpPr/>
        <p:nvPr/>
      </p:nvGrpSpPr>
      <p:grpSpPr>
        <a:xfrm>
          <a:off x="0" y="0"/>
          <a:ext cx="0" cy="0"/>
          <a:chOff x="0" y="0"/>
          <a:chExt cx="0" cy="0"/>
        </a:xfrm>
      </p:grpSpPr>
      <p:sp>
        <p:nvSpPr>
          <p:cNvPr id="345" name="Google Shape;34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6" name="Shape 346"/>
        <p:cNvGrpSpPr/>
        <p:nvPr/>
      </p:nvGrpSpPr>
      <p:grpSpPr>
        <a:xfrm>
          <a:off x="0" y="0"/>
          <a:ext cx="0" cy="0"/>
          <a:chOff x="0" y="0"/>
          <a:chExt cx="0" cy="0"/>
        </a:xfrm>
      </p:grpSpPr>
      <p:sp>
        <p:nvSpPr>
          <p:cNvPr id="347" name="Google Shape;347;p46"/>
          <p:cNvSpPr/>
          <p:nvPr>
            <p:ph idx="2" type="pic"/>
          </p:nvPr>
        </p:nvSpPr>
        <p:spPr>
          <a:xfrm>
            <a:off x="3389600" y="118913"/>
            <a:ext cx="1643700" cy="1535100"/>
          </a:xfrm>
          <a:prstGeom prst="rect">
            <a:avLst/>
          </a:prstGeom>
          <a:noFill/>
          <a:ln>
            <a:noFill/>
          </a:ln>
        </p:spPr>
      </p:sp>
      <p:sp>
        <p:nvSpPr>
          <p:cNvPr id="348" name="Google Shape;348;p46"/>
          <p:cNvSpPr/>
          <p:nvPr>
            <p:ph idx="3" type="pic"/>
          </p:nvPr>
        </p:nvSpPr>
        <p:spPr>
          <a:xfrm>
            <a:off x="5195935" y="118913"/>
            <a:ext cx="1643700" cy="1535100"/>
          </a:xfrm>
          <a:prstGeom prst="rect">
            <a:avLst/>
          </a:prstGeom>
          <a:noFill/>
          <a:ln>
            <a:noFill/>
          </a:ln>
        </p:spPr>
      </p:sp>
      <p:sp>
        <p:nvSpPr>
          <p:cNvPr id="349" name="Google Shape;349;p46"/>
          <p:cNvSpPr/>
          <p:nvPr>
            <p:ph idx="4" type="pic"/>
          </p:nvPr>
        </p:nvSpPr>
        <p:spPr>
          <a:xfrm>
            <a:off x="7002270" y="118913"/>
            <a:ext cx="1643700" cy="1535100"/>
          </a:xfrm>
          <a:prstGeom prst="rect">
            <a:avLst/>
          </a:prstGeom>
          <a:noFill/>
          <a:ln>
            <a:noFill/>
          </a:ln>
        </p:spPr>
      </p:sp>
      <p:sp>
        <p:nvSpPr>
          <p:cNvPr id="350" name="Google Shape;350;p46"/>
          <p:cNvSpPr/>
          <p:nvPr>
            <p:ph idx="5" type="pic"/>
          </p:nvPr>
        </p:nvSpPr>
        <p:spPr>
          <a:xfrm>
            <a:off x="3389588" y="1804212"/>
            <a:ext cx="1643700" cy="1535100"/>
          </a:xfrm>
          <a:prstGeom prst="rect">
            <a:avLst/>
          </a:prstGeom>
          <a:noFill/>
          <a:ln>
            <a:noFill/>
          </a:ln>
        </p:spPr>
      </p:sp>
      <p:sp>
        <p:nvSpPr>
          <p:cNvPr id="351" name="Google Shape;351;p46"/>
          <p:cNvSpPr/>
          <p:nvPr>
            <p:ph idx="6" type="pic"/>
          </p:nvPr>
        </p:nvSpPr>
        <p:spPr>
          <a:xfrm>
            <a:off x="5195922" y="1804212"/>
            <a:ext cx="1643700" cy="1535100"/>
          </a:xfrm>
          <a:prstGeom prst="rect">
            <a:avLst/>
          </a:prstGeom>
          <a:noFill/>
          <a:ln>
            <a:noFill/>
          </a:ln>
        </p:spPr>
      </p:sp>
      <p:sp>
        <p:nvSpPr>
          <p:cNvPr id="352" name="Google Shape;352;p46"/>
          <p:cNvSpPr/>
          <p:nvPr>
            <p:ph idx="7" type="pic"/>
          </p:nvPr>
        </p:nvSpPr>
        <p:spPr>
          <a:xfrm>
            <a:off x="7002257" y="1804212"/>
            <a:ext cx="1643700" cy="1535100"/>
          </a:xfrm>
          <a:prstGeom prst="rect">
            <a:avLst/>
          </a:prstGeom>
          <a:noFill/>
          <a:ln>
            <a:noFill/>
          </a:ln>
        </p:spPr>
      </p:sp>
      <p:sp>
        <p:nvSpPr>
          <p:cNvPr id="353" name="Google Shape;353;p46"/>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4" name="Google Shape;354;p46"/>
          <p:cNvSpPr/>
          <p:nvPr>
            <p:ph idx="8" type="pic"/>
          </p:nvPr>
        </p:nvSpPr>
        <p:spPr>
          <a:xfrm>
            <a:off x="3389588" y="3489487"/>
            <a:ext cx="1643700" cy="1535100"/>
          </a:xfrm>
          <a:prstGeom prst="rect">
            <a:avLst/>
          </a:prstGeom>
          <a:noFill/>
          <a:ln>
            <a:noFill/>
          </a:ln>
        </p:spPr>
      </p:sp>
      <p:sp>
        <p:nvSpPr>
          <p:cNvPr id="355" name="Google Shape;355;p46"/>
          <p:cNvSpPr/>
          <p:nvPr>
            <p:ph idx="9" type="pic"/>
          </p:nvPr>
        </p:nvSpPr>
        <p:spPr>
          <a:xfrm>
            <a:off x="5195922" y="3489487"/>
            <a:ext cx="1643700" cy="1535100"/>
          </a:xfrm>
          <a:prstGeom prst="rect">
            <a:avLst/>
          </a:prstGeom>
          <a:noFill/>
          <a:ln>
            <a:noFill/>
          </a:ln>
        </p:spPr>
      </p:sp>
      <p:sp>
        <p:nvSpPr>
          <p:cNvPr id="356" name="Google Shape;35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_3">
    <p:bg>
      <p:bgPr>
        <a:solidFill>
          <a:schemeClr val="accent5"/>
        </a:solidFill>
      </p:bgPr>
    </p:bg>
    <p:spTree>
      <p:nvGrpSpPr>
        <p:cNvPr id="360" name="Shape 360"/>
        <p:cNvGrpSpPr/>
        <p:nvPr/>
      </p:nvGrpSpPr>
      <p:grpSpPr>
        <a:xfrm>
          <a:off x="0" y="0"/>
          <a:ext cx="0" cy="0"/>
          <a:chOff x="0" y="0"/>
          <a:chExt cx="0" cy="0"/>
        </a:xfrm>
      </p:grpSpPr>
      <p:pic>
        <p:nvPicPr>
          <p:cNvPr id="361" name="Google Shape;361;p48"/>
          <p:cNvPicPr preferRelativeResize="0"/>
          <p:nvPr/>
        </p:nvPicPr>
        <p:blipFill rotWithShape="1">
          <a:blip r:embed="rId2">
            <a:alphaModFix amt="60000"/>
          </a:blip>
          <a:srcRect b="4816" l="0" r="0" t="0"/>
          <a:stretch/>
        </p:blipFill>
        <p:spPr>
          <a:xfrm>
            <a:off x="277500" y="277500"/>
            <a:ext cx="8589000" cy="4599000"/>
          </a:xfrm>
          <a:prstGeom prst="roundRect">
            <a:avLst>
              <a:gd fmla="val 13515" name="adj"/>
            </a:avLst>
          </a:prstGeom>
          <a:noFill/>
          <a:ln>
            <a:noFill/>
          </a:ln>
        </p:spPr>
      </p:pic>
      <p:sp>
        <p:nvSpPr>
          <p:cNvPr id="362" name="Google Shape;362;p48"/>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cxnSp>
        <p:nvCxnSpPr>
          <p:cNvPr id="363" name="Google Shape;363;p48"/>
          <p:cNvCxnSpPr/>
          <p:nvPr/>
        </p:nvCxnSpPr>
        <p:spPr>
          <a:xfrm>
            <a:off x="805650" y="792575"/>
            <a:ext cx="7547100" cy="0"/>
          </a:xfrm>
          <a:prstGeom prst="straightConnector1">
            <a:avLst/>
          </a:prstGeom>
          <a:noFill/>
          <a:ln cap="flat" cmpd="sng" w="9525">
            <a:solidFill>
              <a:schemeClr val="dk1"/>
            </a:solidFill>
            <a:prstDash val="solid"/>
            <a:round/>
            <a:headEnd len="med" w="med" type="none"/>
            <a:tailEnd len="med" w="med" type="none"/>
          </a:ln>
        </p:spPr>
      </p:cxnSp>
      <p:cxnSp>
        <p:nvCxnSpPr>
          <p:cNvPr id="364" name="Google Shape;364;p48"/>
          <p:cNvCxnSpPr/>
          <p:nvPr/>
        </p:nvCxnSpPr>
        <p:spPr>
          <a:xfrm>
            <a:off x="805650" y="4521775"/>
            <a:ext cx="7547100" cy="0"/>
          </a:xfrm>
          <a:prstGeom prst="straightConnector1">
            <a:avLst/>
          </a:prstGeom>
          <a:noFill/>
          <a:ln cap="flat" cmpd="sng" w="9525">
            <a:solidFill>
              <a:schemeClr val="dk1"/>
            </a:solidFill>
            <a:prstDash val="solid"/>
            <a:round/>
            <a:headEnd len="med" w="med" type="none"/>
            <a:tailEnd len="med" w="med" type="none"/>
          </a:ln>
        </p:spPr>
      </p:cxnSp>
      <p:sp>
        <p:nvSpPr>
          <p:cNvPr id="365" name="Google Shape;365;p48"/>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366" name="Google Shape;366;p48"/>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367" name="Google Shape;367;p48"/>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368" name="Google Shape;368;p48"/>
          <p:cNvSpPr txBox="1"/>
          <p:nvPr>
            <p:ph type="title"/>
          </p:nvPr>
        </p:nvSpPr>
        <p:spPr>
          <a:xfrm>
            <a:off x="795525" y="2323100"/>
            <a:ext cx="4838100" cy="1453200"/>
          </a:xfrm>
          <a:prstGeom prst="rect">
            <a:avLst/>
          </a:prstGeom>
        </p:spPr>
        <p:txBody>
          <a:bodyPr anchorCtr="0" anchor="b" bIns="0" lIns="0" spcFirstLastPara="1" rIns="0" wrap="square" tIns="0">
            <a:noAutofit/>
          </a:bodyPr>
          <a:lstStyle>
            <a:lvl1pPr lvl="0">
              <a:lnSpc>
                <a:spcPct val="80000"/>
              </a:lnSpc>
              <a:spcBef>
                <a:spcPts val="0"/>
              </a:spcBef>
              <a:spcAft>
                <a:spcPts val="0"/>
              </a:spcAft>
              <a:buNone/>
              <a:defRPr sz="5000"/>
            </a:lvl1pPr>
            <a:lvl2pPr lvl="1">
              <a:lnSpc>
                <a:spcPct val="80000"/>
              </a:lnSpc>
              <a:spcBef>
                <a:spcPts val="0"/>
              </a:spcBef>
              <a:spcAft>
                <a:spcPts val="0"/>
              </a:spcAft>
              <a:buNone/>
              <a:defRPr sz="5000"/>
            </a:lvl2pPr>
            <a:lvl3pPr lvl="2">
              <a:lnSpc>
                <a:spcPct val="80000"/>
              </a:lnSpc>
              <a:spcBef>
                <a:spcPts val="0"/>
              </a:spcBef>
              <a:spcAft>
                <a:spcPts val="0"/>
              </a:spcAft>
              <a:buNone/>
              <a:defRPr sz="5000"/>
            </a:lvl3pPr>
            <a:lvl4pPr lvl="3">
              <a:lnSpc>
                <a:spcPct val="80000"/>
              </a:lnSpc>
              <a:spcBef>
                <a:spcPts val="0"/>
              </a:spcBef>
              <a:spcAft>
                <a:spcPts val="0"/>
              </a:spcAft>
              <a:buNone/>
              <a:defRPr sz="5000"/>
            </a:lvl4pPr>
            <a:lvl5pPr lvl="4">
              <a:lnSpc>
                <a:spcPct val="80000"/>
              </a:lnSpc>
              <a:spcBef>
                <a:spcPts val="0"/>
              </a:spcBef>
              <a:spcAft>
                <a:spcPts val="0"/>
              </a:spcAft>
              <a:buNone/>
              <a:defRPr sz="5000"/>
            </a:lvl5pPr>
            <a:lvl6pPr lvl="5">
              <a:lnSpc>
                <a:spcPct val="80000"/>
              </a:lnSpc>
              <a:spcBef>
                <a:spcPts val="0"/>
              </a:spcBef>
              <a:spcAft>
                <a:spcPts val="0"/>
              </a:spcAft>
              <a:buNone/>
              <a:defRPr sz="5000"/>
            </a:lvl6pPr>
            <a:lvl7pPr lvl="6">
              <a:lnSpc>
                <a:spcPct val="80000"/>
              </a:lnSpc>
              <a:spcBef>
                <a:spcPts val="0"/>
              </a:spcBef>
              <a:spcAft>
                <a:spcPts val="0"/>
              </a:spcAft>
              <a:buNone/>
              <a:defRPr sz="5000"/>
            </a:lvl7pPr>
            <a:lvl8pPr lvl="7">
              <a:lnSpc>
                <a:spcPct val="80000"/>
              </a:lnSpc>
              <a:spcBef>
                <a:spcPts val="0"/>
              </a:spcBef>
              <a:spcAft>
                <a:spcPts val="0"/>
              </a:spcAft>
              <a:buNone/>
              <a:defRPr sz="5000"/>
            </a:lvl8pPr>
            <a:lvl9pPr lvl="8">
              <a:lnSpc>
                <a:spcPct val="80000"/>
              </a:lnSpc>
              <a:spcBef>
                <a:spcPts val="0"/>
              </a:spcBef>
              <a:spcAft>
                <a:spcPts val="0"/>
              </a:spcAft>
              <a:buNone/>
              <a:defRPr sz="5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2">
  <p:cSld name="BLANK_1_1_1">
    <p:bg>
      <p:bgPr>
        <a:solidFill>
          <a:schemeClr val="accent5"/>
        </a:solidFill>
      </p:bgPr>
    </p:bg>
    <p:spTree>
      <p:nvGrpSpPr>
        <p:cNvPr id="369" name="Shape 369"/>
        <p:cNvGrpSpPr/>
        <p:nvPr/>
      </p:nvGrpSpPr>
      <p:grpSpPr>
        <a:xfrm>
          <a:off x="0" y="0"/>
          <a:ext cx="0" cy="0"/>
          <a:chOff x="0" y="0"/>
          <a:chExt cx="0" cy="0"/>
        </a:xfrm>
      </p:grpSpPr>
      <p:grpSp>
        <p:nvGrpSpPr>
          <p:cNvPr id="370" name="Google Shape;370;p49"/>
          <p:cNvGrpSpPr/>
          <p:nvPr/>
        </p:nvGrpSpPr>
        <p:grpSpPr>
          <a:xfrm>
            <a:off x="277515" y="277501"/>
            <a:ext cx="8589075" cy="4593888"/>
            <a:chOff x="277500" y="277500"/>
            <a:chExt cx="8589075" cy="4593888"/>
          </a:xfrm>
        </p:grpSpPr>
        <p:pic>
          <p:nvPicPr>
            <p:cNvPr id="371" name="Google Shape;371;p49"/>
            <p:cNvPicPr preferRelativeResize="0"/>
            <p:nvPr/>
          </p:nvPicPr>
          <p:blipFill>
            <a:blip r:embed="rId2">
              <a:alphaModFix amt="10000"/>
            </a:blip>
            <a:stretch>
              <a:fillRect/>
            </a:stretch>
          </p:blipFill>
          <p:spPr>
            <a:xfrm>
              <a:off x="277575" y="277500"/>
              <a:ext cx="8589000" cy="4593888"/>
            </a:xfrm>
            <a:prstGeom prst="rect">
              <a:avLst/>
            </a:prstGeom>
            <a:noFill/>
            <a:ln>
              <a:noFill/>
            </a:ln>
          </p:spPr>
        </p:pic>
        <p:sp>
          <p:nvSpPr>
            <p:cNvPr id="372" name="Google Shape;372;p49"/>
            <p:cNvSpPr/>
            <p:nvPr/>
          </p:nvSpPr>
          <p:spPr>
            <a:xfrm>
              <a:off x="277500" y="277500"/>
              <a:ext cx="8589000" cy="4582500"/>
            </a:xfrm>
            <a:prstGeom prst="roundRect">
              <a:avLst>
                <a:gd fmla="val 6093"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grpSp>
      <p:sp>
        <p:nvSpPr>
          <p:cNvPr id="373" name="Google Shape;373;p49"/>
          <p:cNvSpPr/>
          <p:nvPr/>
        </p:nvSpPr>
        <p:spPr>
          <a:xfrm>
            <a:off x="601356" y="3751056"/>
            <a:ext cx="576000" cy="576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Arimo"/>
              <a:ea typeface="Arimo"/>
              <a:cs typeface="Arimo"/>
              <a:sym typeface="Arimo"/>
            </a:endParaRPr>
          </a:p>
        </p:txBody>
      </p:sp>
      <p:sp>
        <p:nvSpPr>
          <p:cNvPr id="374" name="Google Shape;374;p49"/>
          <p:cNvSpPr/>
          <p:nvPr/>
        </p:nvSpPr>
        <p:spPr>
          <a:xfrm>
            <a:off x="651558" y="3801258"/>
            <a:ext cx="475500" cy="4755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700">
              <a:solidFill>
                <a:schemeClr val="lt1"/>
              </a:solidFill>
              <a:latin typeface="Arimo"/>
              <a:ea typeface="Arimo"/>
              <a:cs typeface="Arimo"/>
              <a:sym typeface="Arimo"/>
            </a:endParaRPr>
          </a:p>
        </p:txBody>
      </p:sp>
      <p:sp>
        <p:nvSpPr>
          <p:cNvPr id="375" name="Google Shape;375;p49"/>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600"/>
              <a:buFont typeface="Arimo"/>
              <a:buNone/>
              <a:defRPr sz="1600">
                <a:solidFill>
                  <a:schemeClr val="lt1"/>
                </a:solidFill>
                <a:latin typeface="Arimo"/>
                <a:ea typeface="Arimo"/>
                <a:cs typeface="Arimo"/>
                <a:sym typeface="Arimo"/>
              </a:defRPr>
            </a:lvl1pPr>
            <a:lvl2pPr lvl="1">
              <a:spcBef>
                <a:spcPts val="0"/>
              </a:spcBef>
              <a:spcAft>
                <a:spcPts val="0"/>
              </a:spcAft>
              <a:buClr>
                <a:schemeClr val="lt1"/>
              </a:buClr>
              <a:buSzPts val="1400"/>
              <a:buFont typeface="Arimo"/>
              <a:buNone/>
              <a:defRPr>
                <a:solidFill>
                  <a:schemeClr val="lt1"/>
                </a:solidFill>
                <a:latin typeface="Arimo"/>
                <a:ea typeface="Arimo"/>
                <a:cs typeface="Arimo"/>
                <a:sym typeface="Arimo"/>
              </a:defRPr>
            </a:lvl2pPr>
            <a:lvl3pPr lvl="2">
              <a:spcBef>
                <a:spcPts val="0"/>
              </a:spcBef>
              <a:spcAft>
                <a:spcPts val="0"/>
              </a:spcAft>
              <a:buClr>
                <a:schemeClr val="lt1"/>
              </a:buClr>
              <a:buSzPts val="1400"/>
              <a:buFont typeface="Arimo"/>
              <a:buNone/>
              <a:defRPr>
                <a:solidFill>
                  <a:schemeClr val="lt1"/>
                </a:solidFill>
                <a:latin typeface="Arimo"/>
                <a:ea typeface="Arimo"/>
                <a:cs typeface="Arimo"/>
                <a:sym typeface="Arimo"/>
              </a:defRPr>
            </a:lvl3pPr>
            <a:lvl4pPr lvl="3">
              <a:spcBef>
                <a:spcPts val="0"/>
              </a:spcBef>
              <a:spcAft>
                <a:spcPts val="0"/>
              </a:spcAft>
              <a:buClr>
                <a:schemeClr val="lt1"/>
              </a:buClr>
              <a:buSzPts val="1400"/>
              <a:buFont typeface="Arimo"/>
              <a:buNone/>
              <a:defRPr>
                <a:solidFill>
                  <a:schemeClr val="lt1"/>
                </a:solidFill>
                <a:latin typeface="Arimo"/>
                <a:ea typeface="Arimo"/>
                <a:cs typeface="Arimo"/>
                <a:sym typeface="Arimo"/>
              </a:defRPr>
            </a:lvl4pPr>
            <a:lvl5pPr lvl="4">
              <a:spcBef>
                <a:spcPts val="0"/>
              </a:spcBef>
              <a:spcAft>
                <a:spcPts val="0"/>
              </a:spcAft>
              <a:buClr>
                <a:schemeClr val="lt1"/>
              </a:buClr>
              <a:buSzPts val="1400"/>
              <a:buFont typeface="Arimo"/>
              <a:buNone/>
              <a:defRPr>
                <a:solidFill>
                  <a:schemeClr val="lt1"/>
                </a:solidFill>
                <a:latin typeface="Arimo"/>
                <a:ea typeface="Arimo"/>
                <a:cs typeface="Arimo"/>
                <a:sym typeface="Arimo"/>
              </a:defRPr>
            </a:lvl5pPr>
            <a:lvl6pPr lvl="5">
              <a:spcBef>
                <a:spcPts val="0"/>
              </a:spcBef>
              <a:spcAft>
                <a:spcPts val="0"/>
              </a:spcAft>
              <a:buClr>
                <a:schemeClr val="lt1"/>
              </a:buClr>
              <a:buSzPts val="1400"/>
              <a:buFont typeface="Arimo"/>
              <a:buNone/>
              <a:defRPr>
                <a:solidFill>
                  <a:schemeClr val="lt1"/>
                </a:solidFill>
                <a:latin typeface="Arimo"/>
                <a:ea typeface="Arimo"/>
                <a:cs typeface="Arimo"/>
                <a:sym typeface="Arimo"/>
              </a:defRPr>
            </a:lvl6pPr>
            <a:lvl7pPr lvl="6">
              <a:spcBef>
                <a:spcPts val="0"/>
              </a:spcBef>
              <a:spcAft>
                <a:spcPts val="0"/>
              </a:spcAft>
              <a:buClr>
                <a:schemeClr val="lt1"/>
              </a:buClr>
              <a:buSzPts val="1400"/>
              <a:buFont typeface="Arimo"/>
              <a:buNone/>
              <a:defRPr>
                <a:solidFill>
                  <a:schemeClr val="lt1"/>
                </a:solidFill>
                <a:latin typeface="Arimo"/>
                <a:ea typeface="Arimo"/>
                <a:cs typeface="Arimo"/>
                <a:sym typeface="Arimo"/>
              </a:defRPr>
            </a:lvl7pPr>
            <a:lvl8pPr lvl="7">
              <a:spcBef>
                <a:spcPts val="0"/>
              </a:spcBef>
              <a:spcAft>
                <a:spcPts val="0"/>
              </a:spcAft>
              <a:buClr>
                <a:schemeClr val="lt1"/>
              </a:buClr>
              <a:buSzPts val="1400"/>
              <a:buFont typeface="Arimo"/>
              <a:buNone/>
              <a:defRPr>
                <a:solidFill>
                  <a:schemeClr val="lt1"/>
                </a:solidFill>
                <a:latin typeface="Arimo"/>
                <a:ea typeface="Arimo"/>
                <a:cs typeface="Arimo"/>
                <a:sym typeface="Arimo"/>
              </a:defRPr>
            </a:lvl8pPr>
            <a:lvl9pPr lvl="8">
              <a:spcBef>
                <a:spcPts val="0"/>
              </a:spcBef>
              <a:spcAft>
                <a:spcPts val="0"/>
              </a:spcAft>
              <a:buClr>
                <a:schemeClr val="lt1"/>
              </a:buClr>
              <a:buSzPts val="1400"/>
              <a:buFont typeface="Arimo"/>
              <a:buNone/>
              <a:defRPr>
                <a:solidFill>
                  <a:schemeClr val="lt1"/>
                </a:solidFill>
                <a:latin typeface="Arimo"/>
                <a:ea typeface="Arimo"/>
                <a:cs typeface="Arimo"/>
                <a:sym typeface="Arimo"/>
              </a:defRPr>
            </a:lvl9pPr>
          </a:lstStyle>
          <a:p/>
        </p:txBody>
      </p:sp>
      <p:cxnSp>
        <p:nvCxnSpPr>
          <p:cNvPr id="376" name="Google Shape;376;p49"/>
          <p:cNvCxnSpPr/>
          <p:nvPr/>
        </p:nvCxnSpPr>
        <p:spPr>
          <a:xfrm rot="10800000">
            <a:off x="1341900" y="4039025"/>
            <a:ext cx="1014600" cy="0"/>
          </a:xfrm>
          <a:prstGeom prst="straightConnector1">
            <a:avLst/>
          </a:prstGeom>
          <a:noFill/>
          <a:ln cap="flat" cmpd="sng" w="9525">
            <a:solidFill>
              <a:schemeClr val="lt2"/>
            </a:solidFill>
            <a:prstDash val="solid"/>
            <a:round/>
            <a:headEnd len="med" w="med" type="oval"/>
            <a:tailEnd len="med" w="med" type="none"/>
          </a:ln>
        </p:spPr>
      </p:cxnSp>
      <p:sp>
        <p:nvSpPr>
          <p:cNvPr id="377" name="Google Shape;377;p4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378" name="Google Shape;378;p49"/>
          <p:cNvSpPr txBox="1"/>
          <p:nvPr>
            <p:ph type="title"/>
          </p:nvPr>
        </p:nvSpPr>
        <p:spPr>
          <a:xfrm>
            <a:off x="2598475" y="3493075"/>
            <a:ext cx="5985300" cy="994800"/>
          </a:xfrm>
          <a:prstGeom prst="rect">
            <a:avLst/>
          </a:prstGeom>
        </p:spPr>
        <p:txBody>
          <a:bodyPr anchorCtr="0" anchor="ctr"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4500"/>
            </a:lvl2pPr>
            <a:lvl3pPr lvl="2">
              <a:lnSpc>
                <a:spcPct val="80000"/>
              </a:lnSpc>
              <a:spcBef>
                <a:spcPts val="0"/>
              </a:spcBef>
              <a:spcAft>
                <a:spcPts val="0"/>
              </a:spcAft>
              <a:buNone/>
              <a:defRPr sz="4500"/>
            </a:lvl3pPr>
            <a:lvl4pPr lvl="3">
              <a:lnSpc>
                <a:spcPct val="80000"/>
              </a:lnSpc>
              <a:spcBef>
                <a:spcPts val="0"/>
              </a:spcBef>
              <a:spcAft>
                <a:spcPts val="0"/>
              </a:spcAft>
              <a:buNone/>
              <a:defRPr sz="4500"/>
            </a:lvl4pPr>
            <a:lvl5pPr lvl="4">
              <a:lnSpc>
                <a:spcPct val="80000"/>
              </a:lnSpc>
              <a:spcBef>
                <a:spcPts val="0"/>
              </a:spcBef>
              <a:spcAft>
                <a:spcPts val="0"/>
              </a:spcAft>
              <a:buNone/>
              <a:defRPr sz="4500"/>
            </a:lvl5pPr>
            <a:lvl6pPr lvl="5">
              <a:lnSpc>
                <a:spcPct val="80000"/>
              </a:lnSpc>
              <a:spcBef>
                <a:spcPts val="0"/>
              </a:spcBef>
              <a:spcAft>
                <a:spcPts val="0"/>
              </a:spcAft>
              <a:buNone/>
              <a:defRPr sz="4500"/>
            </a:lvl6pPr>
            <a:lvl7pPr lvl="6">
              <a:lnSpc>
                <a:spcPct val="80000"/>
              </a:lnSpc>
              <a:spcBef>
                <a:spcPts val="0"/>
              </a:spcBef>
              <a:spcAft>
                <a:spcPts val="0"/>
              </a:spcAft>
              <a:buNone/>
              <a:defRPr sz="4500"/>
            </a:lvl7pPr>
            <a:lvl8pPr lvl="7">
              <a:lnSpc>
                <a:spcPct val="80000"/>
              </a:lnSpc>
              <a:spcBef>
                <a:spcPts val="0"/>
              </a:spcBef>
              <a:spcAft>
                <a:spcPts val="0"/>
              </a:spcAft>
              <a:buNone/>
              <a:defRPr sz="4500"/>
            </a:lvl8pPr>
            <a:lvl9pPr lvl="8">
              <a:lnSpc>
                <a:spcPct val="80000"/>
              </a:lnSpc>
              <a:spcBef>
                <a:spcPts val="0"/>
              </a:spcBef>
              <a:spcAft>
                <a:spcPts val="0"/>
              </a:spcAft>
              <a:buNone/>
              <a:defRPr sz="45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CUSTOM_23">
    <p:bg>
      <p:bgPr>
        <a:solidFill>
          <a:schemeClr val="accent5"/>
        </a:solidFill>
      </p:bgPr>
    </p:bg>
    <p:spTree>
      <p:nvGrpSpPr>
        <p:cNvPr id="379" name="Shape 379"/>
        <p:cNvGrpSpPr/>
        <p:nvPr/>
      </p:nvGrpSpPr>
      <p:grpSpPr>
        <a:xfrm>
          <a:off x="0" y="0"/>
          <a:ext cx="0" cy="0"/>
          <a:chOff x="0" y="0"/>
          <a:chExt cx="0" cy="0"/>
        </a:xfrm>
      </p:grpSpPr>
      <p:sp>
        <p:nvSpPr>
          <p:cNvPr id="380" name="Google Shape;380;p50"/>
          <p:cNvSpPr/>
          <p:nvPr>
            <p:ph idx="2" type="pic"/>
          </p:nvPr>
        </p:nvSpPr>
        <p:spPr>
          <a:xfrm>
            <a:off x="277500" y="1963600"/>
            <a:ext cx="1333800" cy="1337100"/>
          </a:xfrm>
          <a:prstGeom prst="roundRect">
            <a:avLst>
              <a:gd fmla="val 14278" name="adj"/>
            </a:avLst>
          </a:prstGeom>
          <a:noFill/>
          <a:ln>
            <a:noFill/>
          </a:ln>
        </p:spPr>
      </p:sp>
      <p:sp>
        <p:nvSpPr>
          <p:cNvPr id="381" name="Google Shape;381;p50"/>
          <p:cNvSpPr/>
          <p:nvPr>
            <p:ph idx="3" type="pic"/>
          </p:nvPr>
        </p:nvSpPr>
        <p:spPr>
          <a:xfrm>
            <a:off x="1728225" y="1963600"/>
            <a:ext cx="1333800" cy="1337100"/>
          </a:xfrm>
          <a:prstGeom prst="roundRect">
            <a:avLst>
              <a:gd fmla="val 14278" name="adj"/>
            </a:avLst>
          </a:prstGeom>
          <a:noFill/>
          <a:ln>
            <a:noFill/>
          </a:ln>
        </p:spPr>
      </p:sp>
      <p:sp>
        <p:nvSpPr>
          <p:cNvPr id="382" name="Google Shape;382;p50"/>
          <p:cNvSpPr/>
          <p:nvPr>
            <p:ph idx="4" type="pic"/>
          </p:nvPr>
        </p:nvSpPr>
        <p:spPr>
          <a:xfrm>
            <a:off x="3179025" y="1963600"/>
            <a:ext cx="1333800" cy="1337100"/>
          </a:xfrm>
          <a:prstGeom prst="roundRect">
            <a:avLst>
              <a:gd fmla="val 14278" name="adj"/>
            </a:avLst>
          </a:prstGeom>
          <a:noFill/>
          <a:ln>
            <a:noFill/>
          </a:ln>
        </p:spPr>
      </p:sp>
      <p:sp>
        <p:nvSpPr>
          <p:cNvPr id="383" name="Google Shape;383;p50"/>
          <p:cNvSpPr/>
          <p:nvPr>
            <p:ph idx="5" type="pic"/>
          </p:nvPr>
        </p:nvSpPr>
        <p:spPr>
          <a:xfrm>
            <a:off x="4629825" y="1963600"/>
            <a:ext cx="1333800" cy="1337100"/>
          </a:xfrm>
          <a:prstGeom prst="roundRect">
            <a:avLst>
              <a:gd fmla="val 14278" name="adj"/>
            </a:avLst>
          </a:prstGeom>
          <a:noFill/>
          <a:ln>
            <a:noFill/>
          </a:ln>
        </p:spPr>
      </p:sp>
      <p:sp>
        <p:nvSpPr>
          <p:cNvPr id="384" name="Google Shape;384;p50"/>
          <p:cNvSpPr/>
          <p:nvPr>
            <p:ph idx="6" type="pic"/>
          </p:nvPr>
        </p:nvSpPr>
        <p:spPr>
          <a:xfrm>
            <a:off x="6080625" y="1963600"/>
            <a:ext cx="1333800" cy="1337100"/>
          </a:xfrm>
          <a:prstGeom prst="roundRect">
            <a:avLst>
              <a:gd fmla="val 14278" name="adj"/>
            </a:avLst>
          </a:prstGeom>
          <a:noFill/>
          <a:ln>
            <a:noFill/>
          </a:ln>
        </p:spPr>
      </p:sp>
      <p:sp>
        <p:nvSpPr>
          <p:cNvPr id="385" name="Google Shape;385;p50"/>
          <p:cNvSpPr/>
          <p:nvPr>
            <p:ph idx="7" type="pic"/>
          </p:nvPr>
        </p:nvSpPr>
        <p:spPr>
          <a:xfrm>
            <a:off x="7531425" y="1963600"/>
            <a:ext cx="1333800" cy="1337100"/>
          </a:xfrm>
          <a:prstGeom prst="roundRect">
            <a:avLst>
              <a:gd fmla="val 14278" name="adj"/>
            </a:avLst>
          </a:prstGeom>
          <a:noFill/>
          <a:ln>
            <a:noFill/>
          </a:ln>
        </p:spPr>
      </p:sp>
      <p:sp>
        <p:nvSpPr>
          <p:cNvPr id="386" name="Google Shape;386;p5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387" name="Google Shape;387;p50"/>
          <p:cNvSpPr txBox="1"/>
          <p:nvPr>
            <p:ph type="title"/>
          </p:nvPr>
        </p:nvSpPr>
        <p:spPr>
          <a:xfrm>
            <a:off x="277500" y="577275"/>
            <a:ext cx="7137000" cy="994800"/>
          </a:xfrm>
          <a:prstGeom prst="rect">
            <a:avLst/>
          </a:prstGeom>
        </p:spPr>
        <p:txBody>
          <a:bodyPr anchorCtr="0" anchor="t"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3000"/>
            </a:lvl2pPr>
            <a:lvl3pPr lvl="2">
              <a:lnSpc>
                <a:spcPct val="80000"/>
              </a:lnSpc>
              <a:spcBef>
                <a:spcPts val="0"/>
              </a:spcBef>
              <a:spcAft>
                <a:spcPts val="0"/>
              </a:spcAft>
              <a:buNone/>
              <a:defRPr sz="3000"/>
            </a:lvl3pPr>
            <a:lvl4pPr lvl="3">
              <a:lnSpc>
                <a:spcPct val="80000"/>
              </a:lnSpc>
              <a:spcBef>
                <a:spcPts val="0"/>
              </a:spcBef>
              <a:spcAft>
                <a:spcPts val="0"/>
              </a:spcAft>
              <a:buNone/>
              <a:defRPr sz="3000"/>
            </a:lvl4pPr>
            <a:lvl5pPr lvl="4">
              <a:lnSpc>
                <a:spcPct val="80000"/>
              </a:lnSpc>
              <a:spcBef>
                <a:spcPts val="0"/>
              </a:spcBef>
              <a:spcAft>
                <a:spcPts val="0"/>
              </a:spcAft>
              <a:buNone/>
              <a:defRPr sz="3000"/>
            </a:lvl5pPr>
            <a:lvl6pPr lvl="5">
              <a:lnSpc>
                <a:spcPct val="80000"/>
              </a:lnSpc>
              <a:spcBef>
                <a:spcPts val="0"/>
              </a:spcBef>
              <a:spcAft>
                <a:spcPts val="0"/>
              </a:spcAft>
              <a:buNone/>
              <a:defRPr sz="3000"/>
            </a:lvl6pPr>
            <a:lvl7pPr lvl="6">
              <a:lnSpc>
                <a:spcPct val="80000"/>
              </a:lnSpc>
              <a:spcBef>
                <a:spcPts val="0"/>
              </a:spcBef>
              <a:spcAft>
                <a:spcPts val="0"/>
              </a:spcAft>
              <a:buNone/>
              <a:defRPr sz="3000"/>
            </a:lvl7pPr>
            <a:lvl8pPr lvl="7">
              <a:lnSpc>
                <a:spcPct val="80000"/>
              </a:lnSpc>
              <a:spcBef>
                <a:spcPts val="0"/>
              </a:spcBef>
              <a:spcAft>
                <a:spcPts val="0"/>
              </a:spcAft>
              <a:buNone/>
              <a:defRPr sz="3000"/>
            </a:lvl8pPr>
            <a:lvl9pPr lvl="8">
              <a:lnSpc>
                <a:spcPct val="80000"/>
              </a:lnSpc>
              <a:spcBef>
                <a:spcPts val="0"/>
              </a:spcBef>
              <a:spcAft>
                <a:spcPts val="0"/>
              </a:spcAft>
              <a:buNone/>
              <a:defRPr sz="3000"/>
            </a:lvl9pPr>
          </a:lstStyle>
          <a:p/>
        </p:txBody>
      </p:sp>
      <p:sp>
        <p:nvSpPr>
          <p:cNvPr id="388" name="Google Shape;388;p50"/>
          <p:cNvSpPr txBox="1"/>
          <p:nvPr>
            <p:ph idx="1" type="body"/>
          </p:nvPr>
        </p:nvSpPr>
        <p:spPr>
          <a:xfrm>
            <a:off x="3706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89" name="Google Shape;389;p50"/>
          <p:cNvSpPr txBox="1"/>
          <p:nvPr>
            <p:ph idx="8" type="body"/>
          </p:nvPr>
        </p:nvSpPr>
        <p:spPr>
          <a:xfrm>
            <a:off x="182162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90" name="Google Shape;390;p50"/>
          <p:cNvSpPr txBox="1"/>
          <p:nvPr>
            <p:ph idx="9" type="body"/>
          </p:nvPr>
        </p:nvSpPr>
        <p:spPr>
          <a:xfrm>
            <a:off x="327260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91" name="Google Shape;391;p50"/>
          <p:cNvSpPr txBox="1"/>
          <p:nvPr>
            <p:ph idx="13" type="body"/>
          </p:nvPr>
        </p:nvSpPr>
        <p:spPr>
          <a:xfrm>
            <a:off x="472358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92" name="Google Shape;392;p50"/>
          <p:cNvSpPr txBox="1"/>
          <p:nvPr>
            <p:ph idx="14" type="body"/>
          </p:nvPr>
        </p:nvSpPr>
        <p:spPr>
          <a:xfrm>
            <a:off x="617456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93" name="Google Shape;393;p50"/>
          <p:cNvSpPr txBox="1"/>
          <p:nvPr>
            <p:ph idx="15" type="body"/>
          </p:nvPr>
        </p:nvSpPr>
        <p:spPr>
          <a:xfrm>
            <a:off x="76255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94" name="Google Shape;394;p50"/>
          <p:cNvSpPr txBox="1"/>
          <p:nvPr>
            <p:ph idx="16" type="subTitle"/>
          </p:nvPr>
        </p:nvSpPr>
        <p:spPr>
          <a:xfrm>
            <a:off x="3706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395" name="Google Shape;395;p50"/>
          <p:cNvSpPr txBox="1"/>
          <p:nvPr>
            <p:ph idx="17" type="subTitle"/>
          </p:nvPr>
        </p:nvSpPr>
        <p:spPr>
          <a:xfrm>
            <a:off x="18214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396" name="Google Shape;396;p50"/>
          <p:cNvSpPr txBox="1"/>
          <p:nvPr>
            <p:ph idx="18" type="subTitle"/>
          </p:nvPr>
        </p:nvSpPr>
        <p:spPr>
          <a:xfrm>
            <a:off x="327234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397" name="Google Shape;397;p50"/>
          <p:cNvSpPr txBox="1"/>
          <p:nvPr>
            <p:ph idx="19" type="subTitle"/>
          </p:nvPr>
        </p:nvSpPr>
        <p:spPr>
          <a:xfrm>
            <a:off x="47231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398" name="Google Shape;398;p50"/>
          <p:cNvSpPr txBox="1"/>
          <p:nvPr>
            <p:ph idx="20" type="subTitle"/>
          </p:nvPr>
        </p:nvSpPr>
        <p:spPr>
          <a:xfrm>
            <a:off x="6174375"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399" name="Google Shape;399;p50"/>
          <p:cNvSpPr txBox="1"/>
          <p:nvPr>
            <p:ph idx="21" type="subTitle"/>
          </p:nvPr>
        </p:nvSpPr>
        <p:spPr>
          <a:xfrm>
            <a:off x="76255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00" name="Google Shape;400;p50"/>
          <p:cNvSpPr txBox="1"/>
          <p:nvPr>
            <p:ph idx="22" type="subTitle"/>
          </p:nvPr>
        </p:nvSpPr>
        <p:spPr>
          <a:xfrm>
            <a:off x="277500" y="291038"/>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atin typeface="Arimo"/>
                <a:ea typeface="Arimo"/>
                <a:cs typeface="Arimo"/>
                <a:sym typeface="Arimo"/>
              </a:defRPr>
            </a:lvl1pPr>
            <a:lvl2pPr lvl="1">
              <a:spcBef>
                <a:spcPts val="0"/>
              </a:spcBef>
              <a:spcAft>
                <a:spcPts val="0"/>
              </a:spcAft>
              <a:buSzPts val="800"/>
              <a:buFont typeface="Arimo"/>
              <a:buNone/>
              <a:defRPr sz="800">
                <a:latin typeface="Arimo"/>
                <a:ea typeface="Arimo"/>
                <a:cs typeface="Arimo"/>
                <a:sym typeface="Arimo"/>
              </a:defRPr>
            </a:lvl2pPr>
            <a:lvl3pPr lvl="2">
              <a:spcBef>
                <a:spcPts val="0"/>
              </a:spcBef>
              <a:spcAft>
                <a:spcPts val="0"/>
              </a:spcAft>
              <a:buSzPts val="800"/>
              <a:buFont typeface="Arimo"/>
              <a:buNone/>
              <a:defRPr sz="800">
                <a:latin typeface="Arimo"/>
                <a:ea typeface="Arimo"/>
                <a:cs typeface="Arimo"/>
                <a:sym typeface="Arimo"/>
              </a:defRPr>
            </a:lvl3pPr>
            <a:lvl4pPr lvl="3">
              <a:spcBef>
                <a:spcPts val="0"/>
              </a:spcBef>
              <a:spcAft>
                <a:spcPts val="0"/>
              </a:spcAft>
              <a:buSzPts val="800"/>
              <a:buFont typeface="Arimo"/>
              <a:buNone/>
              <a:defRPr sz="800">
                <a:latin typeface="Arimo"/>
                <a:ea typeface="Arimo"/>
                <a:cs typeface="Arimo"/>
                <a:sym typeface="Arimo"/>
              </a:defRPr>
            </a:lvl4pPr>
            <a:lvl5pPr lvl="4">
              <a:spcBef>
                <a:spcPts val="0"/>
              </a:spcBef>
              <a:spcAft>
                <a:spcPts val="0"/>
              </a:spcAft>
              <a:buSzPts val="800"/>
              <a:buFont typeface="Arimo"/>
              <a:buNone/>
              <a:defRPr sz="800">
                <a:latin typeface="Arimo"/>
                <a:ea typeface="Arimo"/>
                <a:cs typeface="Arimo"/>
                <a:sym typeface="Arimo"/>
              </a:defRPr>
            </a:lvl5pPr>
            <a:lvl6pPr lvl="5">
              <a:spcBef>
                <a:spcPts val="0"/>
              </a:spcBef>
              <a:spcAft>
                <a:spcPts val="0"/>
              </a:spcAft>
              <a:buSzPts val="800"/>
              <a:buFont typeface="Arimo"/>
              <a:buNone/>
              <a:defRPr sz="800">
                <a:latin typeface="Arimo"/>
                <a:ea typeface="Arimo"/>
                <a:cs typeface="Arimo"/>
                <a:sym typeface="Arimo"/>
              </a:defRPr>
            </a:lvl6pPr>
            <a:lvl7pPr lvl="6">
              <a:spcBef>
                <a:spcPts val="0"/>
              </a:spcBef>
              <a:spcAft>
                <a:spcPts val="0"/>
              </a:spcAft>
              <a:buSzPts val="800"/>
              <a:buFont typeface="Arimo"/>
              <a:buNone/>
              <a:defRPr sz="800">
                <a:latin typeface="Arimo"/>
                <a:ea typeface="Arimo"/>
                <a:cs typeface="Arimo"/>
                <a:sym typeface="Arimo"/>
              </a:defRPr>
            </a:lvl7pPr>
            <a:lvl8pPr lvl="7">
              <a:spcBef>
                <a:spcPts val="0"/>
              </a:spcBef>
              <a:spcAft>
                <a:spcPts val="0"/>
              </a:spcAft>
              <a:buSzPts val="800"/>
              <a:buFont typeface="Arimo"/>
              <a:buNone/>
              <a:defRPr sz="800">
                <a:latin typeface="Arimo"/>
                <a:ea typeface="Arimo"/>
                <a:cs typeface="Arimo"/>
                <a:sym typeface="Arimo"/>
              </a:defRPr>
            </a:lvl8pPr>
            <a:lvl9pPr lvl="8">
              <a:spcBef>
                <a:spcPts val="0"/>
              </a:spcBef>
              <a:spcAft>
                <a:spcPts val="0"/>
              </a:spcAft>
              <a:buSzPts val="800"/>
              <a:buFont typeface="Arimo"/>
              <a:buNone/>
              <a:defRPr sz="800">
                <a:latin typeface="Arimo"/>
                <a:ea typeface="Arimo"/>
                <a:cs typeface="Arimo"/>
                <a:sym typeface="Arimo"/>
              </a:defRPr>
            </a:lvl9pPr>
          </a:lstStyle>
          <a:p/>
        </p:txBody>
      </p:sp>
      <p:sp>
        <p:nvSpPr>
          <p:cNvPr id="401" name="Google Shape;401;p50"/>
          <p:cNvSpPr txBox="1"/>
          <p:nvPr>
            <p:ph idx="23" type="subTitle"/>
          </p:nvPr>
        </p:nvSpPr>
        <p:spPr>
          <a:xfrm>
            <a:off x="7151050" y="290218"/>
            <a:ext cx="1715400" cy="123000"/>
          </a:xfrm>
          <a:prstGeom prst="rect">
            <a:avLst/>
          </a:prstGeom>
        </p:spPr>
        <p:txBody>
          <a:bodyPr anchorCtr="0" anchor="ctr" bIns="0" lIns="0" spcFirstLastPara="1" rIns="0" wrap="square" tIns="0">
            <a:noAutofit/>
          </a:bodyPr>
          <a:lstStyle>
            <a:lvl1pPr lvl="0" algn="r">
              <a:lnSpc>
                <a:spcPct val="115000"/>
              </a:lnSpc>
              <a:spcBef>
                <a:spcPts val="0"/>
              </a:spcBef>
              <a:spcAft>
                <a:spcPts val="0"/>
              </a:spcAft>
              <a:buClr>
                <a:schemeClr val="lt1"/>
              </a:buClr>
              <a:buSzPts val="1100"/>
              <a:buNone/>
              <a:defRPr sz="800">
                <a:latin typeface="Arimo"/>
                <a:ea typeface="Arimo"/>
                <a:cs typeface="Arimo"/>
                <a:sym typeface="Arimo"/>
              </a:defRPr>
            </a:lvl1pPr>
            <a:lvl2pPr lvl="1" algn="r">
              <a:spcBef>
                <a:spcPts val="0"/>
              </a:spcBef>
              <a:spcAft>
                <a:spcPts val="0"/>
              </a:spcAft>
              <a:buSzPts val="1400"/>
              <a:buFont typeface="Arimo"/>
              <a:buNone/>
              <a:defRPr>
                <a:latin typeface="Arimo"/>
                <a:ea typeface="Arimo"/>
                <a:cs typeface="Arimo"/>
                <a:sym typeface="Arimo"/>
              </a:defRPr>
            </a:lvl2pPr>
            <a:lvl3pPr lvl="2" algn="r">
              <a:spcBef>
                <a:spcPts val="0"/>
              </a:spcBef>
              <a:spcAft>
                <a:spcPts val="0"/>
              </a:spcAft>
              <a:buSzPts val="1400"/>
              <a:buFont typeface="Arimo"/>
              <a:buNone/>
              <a:defRPr>
                <a:latin typeface="Arimo"/>
                <a:ea typeface="Arimo"/>
                <a:cs typeface="Arimo"/>
                <a:sym typeface="Arimo"/>
              </a:defRPr>
            </a:lvl3pPr>
            <a:lvl4pPr lvl="3" algn="r">
              <a:spcBef>
                <a:spcPts val="0"/>
              </a:spcBef>
              <a:spcAft>
                <a:spcPts val="0"/>
              </a:spcAft>
              <a:buSzPts val="1400"/>
              <a:buFont typeface="Arimo"/>
              <a:buNone/>
              <a:defRPr>
                <a:latin typeface="Arimo"/>
                <a:ea typeface="Arimo"/>
                <a:cs typeface="Arimo"/>
                <a:sym typeface="Arimo"/>
              </a:defRPr>
            </a:lvl4pPr>
            <a:lvl5pPr lvl="4" algn="r">
              <a:spcBef>
                <a:spcPts val="0"/>
              </a:spcBef>
              <a:spcAft>
                <a:spcPts val="0"/>
              </a:spcAft>
              <a:buSzPts val="1400"/>
              <a:buFont typeface="Arimo"/>
              <a:buNone/>
              <a:defRPr>
                <a:latin typeface="Arimo"/>
                <a:ea typeface="Arimo"/>
                <a:cs typeface="Arimo"/>
                <a:sym typeface="Arimo"/>
              </a:defRPr>
            </a:lvl5pPr>
            <a:lvl6pPr lvl="5" algn="r">
              <a:spcBef>
                <a:spcPts val="0"/>
              </a:spcBef>
              <a:spcAft>
                <a:spcPts val="0"/>
              </a:spcAft>
              <a:buSzPts val="1400"/>
              <a:buFont typeface="Arimo"/>
              <a:buNone/>
              <a:defRPr>
                <a:latin typeface="Arimo"/>
                <a:ea typeface="Arimo"/>
                <a:cs typeface="Arimo"/>
                <a:sym typeface="Arimo"/>
              </a:defRPr>
            </a:lvl6pPr>
            <a:lvl7pPr lvl="6" algn="r">
              <a:spcBef>
                <a:spcPts val="0"/>
              </a:spcBef>
              <a:spcAft>
                <a:spcPts val="0"/>
              </a:spcAft>
              <a:buSzPts val="1400"/>
              <a:buFont typeface="Arimo"/>
              <a:buNone/>
              <a:defRPr>
                <a:latin typeface="Arimo"/>
                <a:ea typeface="Arimo"/>
                <a:cs typeface="Arimo"/>
                <a:sym typeface="Arimo"/>
              </a:defRPr>
            </a:lvl7pPr>
            <a:lvl8pPr lvl="7" algn="r">
              <a:spcBef>
                <a:spcPts val="0"/>
              </a:spcBef>
              <a:spcAft>
                <a:spcPts val="0"/>
              </a:spcAft>
              <a:buSzPts val="1400"/>
              <a:buFont typeface="Arimo"/>
              <a:buNone/>
              <a:defRPr>
                <a:latin typeface="Arimo"/>
                <a:ea typeface="Arimo"/>
                <a:cs typeface="Arimo"/>
                <a:sym typeface="Arimo"/>
              </a:defRPr>
            </a:lvl8pPr>
            <a:lvl9pPr lvl="8" algn="r">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cards">
  <p:cSld name="CUSTOM_24">
    <p:bg>
      <p:bgPr>
        <a:solidFill>
          <a:schemeClr val="accent5"/>
        </a:solidFill>
      </p:bgPr>
    </p:bg>
    <p:spTree>
      <p:nvGrpSpPr>
        <p:cNvPr id="402" name="Shape 402"/>
        <p:cNvGrpSpPr/>
        <p:nvPr/>
      </p:nvGrpSpPr>
      <p:grpSpPr>
        <a:xfrm>
          <a:off x="0" y="0"/>
          <a:ext cx="0" cy="0"/>
          <a:chOff x="0" y="0"/>
          <a:chExt cx="0" cy="0"/>
        </a:xfrm>
      </p:grpSpPr>
      <p:sp>
        <p:nvSpPr>
          <p:cNvPr id="403" name="Google Shape;403;p51"/>
          <p:cNvSpPr txBox="1"/>
          <p:nvPr>
            <p:ph idx="1" type="subTitle"/>
          </p:nvPr>
        </p:nvSpPr>
        <p:spPr>
          <a:xfrm>
            <a:off x="417936"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404" name="Google Shape;404;p51"/>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405" name="Google Shape;405;p51"/>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406" name="Google Shape;406;p51"/>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407" name="Google Shape;407;p51"/>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408" name="Google Shape;408;p51"/>
          <p:cNvSpPr txBox="1"/>
          <p:nvPr>
            <p:ph idx="6" type="body"/>
          </p:nvPr>
        </p:nvSpPr>
        <p:spPr>
          <a:xfrm>
            <a:off x="417811" y="3433000"/>
            <a:ext cx="1337400" cy="1176900"/>
          </a:xfrm>
          <a:prstGeom prst="rect">
            <a:avLst/>
          </a:prstGeom>
        </p:spPr>
        <p:txBody>
          <a:bodyPr anchorCtr="0" anchor="t" bIns="0" lIns="0" spcFirstLastPara="1" rIns="0" wrap="square" tIns="0">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409" name="Google Shape;409;p51"/>
          <p:cNvSpPr txBox="1"/>
          <p:nvPr>
            <p:ph idx="7" type="body"/>
          </p:nvPr>
        </p:nvSpPr>
        <p:spPr>
          <a:xfrm>
            <a:off x="21673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410" name="Google Shape;410;p51"/>
          <p:cNvSpPr txBox="1"/>
          <p:nvPr>
            <p:ph idx="8" type="body"/>
          </p:nvPr>
        </p:nvSpPr>
        <p:spPr>
          <a:xfrm>
            <a:off x="3903300"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411" name="Google Shape;411;p51"/>
          <p:cNvSpPr txBox="1"/>
          <p:nvPr>
            <p:ph idx="9" type="body"/>
          </p:nvPr>
        </p:nvSpPr>
        <p:spPr>
          <a:xfrm>
            <a:off x="56486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412" name="Google Shape;412;p51"/>
          <p:cNvSpPr txBox="1"/>
          <p:nvPr>
            <p:ph idx="13" type="body"/>
          </p:nvPr>
        </p:nvSpPr>
        <p:spPr>
          <a:xfrm>
            <a:off x="7385291"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413" name="Google Shape;413;p51"/>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14" name="Google Shape;414;p51"/>
          <p:cNvSpPr txBox="1"/>
          <p:nvPr>
            <p:ph idx="1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15" name="Google Shape;415;p51"/>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416" name="Google Shape;416;p5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CUSTOM_25">
    <p:bg>
      <p:bgPr>
        <a:solidFill>
          <a:schemeClr val="accent5"/>
        </a:solidFill>
      </p:bgPr>
    </p:bg>
    <p:spTree>
      <p:nvGrpSpPr>
        <p:cNvPr id="417" name="Shape 417"/>
        <p:cNvGrpSpPr/>
        <p:nvPr/>
      </p:nvGrpSpPr>
      <p:grpSpPr>
        <a:xfrm>
          <a:off x="0" y="0"/>
          <a:ext cx="0" cy="0"/>
          <a:chOff x="0" y="0"/>
          <a:chExt cx="0" cy="0"/>
        </a:xfrm>
      </p:grpSpPr>
      <p:sp>
        <p:nvSpPr>
          <p:cNvPr id="418" name="Google Shape;418;p52"/>
          <p:cNvSpPr/>
          <p:nvPr>
            <p:ph idx="2" type="pic"/>
          </p:nvPr>
        </p:nvSpPr>
        <p:spPr>
          <a:xfrm>
            <a:off x="0" y="0"/>
            <a:ext cx="9144000" cy="5143500"/>
          </a:xfrm>
          <a:prstGeom prst="rect">
            <a:avLst/>
          </a:prstGeom>
          <a:noFill/>
          <a:ln>
            <a:noFill/>
          </a:ln>
        </p:spPr>
      </p:sp>
      <p:sp>
        <p:nvSpPr>
          <p:cNvPr id="419" name="Google Shape;419;p52"/>
          <p:cNvSpPr txBox="1"/>
          <p:nvPr/>
        </p:nvSpPr>
        <p:spPr>
          <a:xfrm>
            <a:off x="277500" y="277500"/>
            <a:ext cx="8589000" cy="10236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t/>
            </a:r>
            <a:endParaRPr sz="3000">
              <a:solidFill>
                <a:schemeClr val="dk1"/>
              </a:solidFill>
              <a:latin typeface="Arimo"/>
              <a:ea typeface="Arimo"/>
              <a:cs typeface="Arimo"/>
              <a:sym typeface="Arimo"/>
            </a:endParaRPr>
          </a:p>
        </p:txBody>
      </p:sp>
      <p:sp>
        <p:nvSpPr>
          <p:cNvPr id="420" name="Google Shape;420;p52"/>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421" name="Google Shape;421;p52"/>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422" name="Google Shape;422;p52"/>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423" name="Google Shape;423;p5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4 steps - Alt 1">
  <p:cSld name="CUSTOM_25_1_1">
    <p:bg>
      <p:bgPr>
        <a:solidFill>
          <a:schemeClr val="accent5"/>
        </a:solidFill>
      </p:bgPr>
    </p:bg>
    <p:spTree>
      <p:nvGrpSpPr>
        <p:cNvPr id="424" name="Shape 424"/>
        <p:cNvGrpSpPr/>
        <p:nvPr/>
      </p:nvGrpSpPr>
      <p:grpSpPr>
        <a:xfrm>
          <a:off x="0" y="0"/>
          <a:ext cx="0" cy="0"/>
          <a:chOff x="0" y="0"/>
          <a:chExt cx="0" cy="0"/>
        </a:xfrm>
      </p:grpSpPr>
      <p:sp>
        <p:nvSpPr>
          <p:cNvPr id="425" name="Google Shape;425;p53"/>
          <p:cNvSpPr txBox="1"/>
          <p:nvPr>
            <p:ph type="title"/>
          </p:nvPr>
        </p:nvSpPr>
        <p:spPr>
          <a:xfrm>
            <a:off x="1969400" y="138075"/>
            <a:ext cx="5217000" cy="885000"/>
          </a:xfrm>
          <a:prstGeom prst="rect">
            <a:avLst/>
          </a:prstGeom>
        </p:spPr>
        <p:txBody>
          <a:bodyPr anchorCtr="0" anchor="t" bIns="0" lIns="0" spcFirstLastPara="1" rIns="0" wrap="square" tIns="91425">
            <a:noAutofit/>
          </a:bodyPr>
          <a:lstStyle>
            <a:lvl1pPr lvl="0" algn="ctr">
              <a:lnSpc>
                <a:spcPct val="100000"/>
              </a:lnSpc>
              <a:spcBef>
                <a:spcPts val="0"/>
              </a:spcBef>
              <a:spcAft>
                <a:spcPts val="0"/>
              </a:spcAft>
              <a:buNone/>
              <a:defRPr sz="2600"/>
            </a:lvl1pPr>
            <a:lvl2pPr lvl="1" algn="ctr">
              <a:lnSpc>
                <a:spcPct val="115000"/>
              </a:lnSpc>
              <a:spcBef>
                <a:spcPts val="0"/>
              </a:spcBef>
              <a:spcAft>
                <a:spcPts val="0"/>
              </a:spcAft>
              <a:buNone/>
              <a:defRPr sz="2600">
                <a:latin typeface="Arimo SemiBold"/>
                <a:ea typeface="Arimo SemiBold"/>
                <a:cs typeface="Arimo SemiBold"/>
                <a:sym typeface="Arimo SemiBold"/>
              </a:defRPr>
            </a:lvl2pPr>
            <a:lvl3pPr lvl="2" algn="ctr">
              <a:lnSpc>
                <a:spcPct val="115000"/>
              </a:lnSpc>
              <a:spcBef>
                <a:spcPts val="0"/>
              </a:spcBef>
              <a:spcAft>
                <a:spcPts val="0"/>
              </a:spcAft>
              <a:buNone/>
              <a:defRPr sz="2600">
                <a:latin typeface="Arimo SemiBold"/>
                <a:ea typeface="Arimo SemiBold"/>
                <a:cs typeface="Arimo SemiBold"/>
                <a:sym typeface="Arimo SemiBold"/>
              </a:defRPr>
            </a:lvl3pPr>
            <a:lvl4pPr lvl="3" algn="ctr">
              <a:lnSpc>
                <a:spcPct val="115000"/>
              </a:lnSpc>
              <a:spcBef>
                <a:spcPts val="0"/>
              </a:spcBef>
              <a:spcAft>
                <a:spcPts val="0"/>
              </a:spcAft>
              <a:buNone/>
              <a:defRPr sz="2600">
                <a:latin typeface="Arimo SemiBold"/>
                <a:ea typeface="Arimo SemiBold"/>
                <a:cs typeface="Arimo SemiBold"/>
                <a:sym typeface="Arimo SemiBold"/>
              </a:defRPr>
            </a:lvl4pPr>
            <a:lvl5pPr lvl="4" algn="ctr">
              <a:lnSpc>
                <a:spcPct val="115000"/>
              </a:lnSpc>
              <a:spcBef>
                <a:spcPts val="0"/>
              </a:spcBef>
              <a:spcAft>
                <a:spcPts val="0"/>
              </a:spcAft>
              <a:buNone/>
              <a:defRPr sz="2600">
                <a:latin typeface="Arimo SemiBold"/>
                <a:ea typeface="Arimo SemiBold"/>
                <a:cs typeface="Arimo SemiBold"/>
                <a:sym typeface="Arimo SemiBold"/>
              </a:defRPr>
            </a:lvl5pPr>
            <a:lvl6pPr lvl="5" algn="ctr">
              <a:lnSpc>
                <a:spcPct val="115000"/>
              </a:lnSpc>
              <a:spcBef>
                <a:spcPts val="0"/>
              </a:spcBef>
              <a:spcAft>
                <a:spcPts val="0"/>
              </a:spcAft>
              <a:buNone/>
              <a:defRPr sz="2600">
                <a:latin typeface="Arimo SemiBold"/>
                <a:ea typeface="Arimo SemiBold"/>
                <a:cs typeface="Arimo SemiBold"/>
                <a:sym typeface="Arimo SemiBold"/>
              </a:defRPr>
            </a:lvl6pPr>
            <a:lvl7pPr lvl="6" algn="ctr">
              <a:lnSpc>
                <a:spcPct val="115000"/>
              </a:lnSpc>
              <a:spcBef>
                <a:spcPts val="0"/>
              </a:spcBef>
              <a:spcAft>
                <a:spcPts val="0"/>
              </a:spcAft>
              <a:buNone/>
              <a:defRPr sz="2600">
                <a:latin typeface="Arimo SemiBold"/>
                <a:ea typeface="Arimo SemiBold"/>
                <a:cs typeface="Arimo SemiBold"/>
                <a:sym typeface="Arimo SemiBold"/>
              </a:defRPr>
            </a:lvl7pPr>
            <a:lvl8pPr lvl="7" algn="ctr">
              <a:lnSpc>
                <a:spcPct val="115000"/>
              </a:lnSpc>
              <a:spcBef>
                <a:spcPts val="0"/>
              </a:spcBef>
              <a:spcAft>
                <a:spcPts val="0"/>
              </a:spcAft>
              <a:buNone/>
              <a:defRPr sz="2600">
                <a:latin typeface="Arimo SemiBold"/>
                <a:ea typeface="Arimo SemiBold"/>
                <a:cs typeface="Arimo SemiBold"/>
                <a:sym typeface="Arimo SemiBold"/>
              </a:defRPr>
            </a:lvl8pPr>
            <a:lvl9pPr lvl="8" algn="ctr">
              <a:lnSpc>
                <a:spcPct val="115000"/>
              </a:lnSpc>
              <a:spcBef>
                <a:spcPts val="0"/>
              </a:spcBef>
              <a:spcAft>
                <a:spcPts val="0"/>
              </a:spcAft>
              <a:buNone/>
              <a:defRPr sz="2600">
                <a:latin typeface="Arimo SemiBold"/>
                <a:ea typeface="Arimo SemiBold"/>
                <a:cs typeface="Arimo SemiBold"/>
                <a:sym typeface="Arimo SemiBold"/>
              </a:defRPr>
            </a:lvl9pPr>
          </a:lstStyle>
          <a:p/>
        </p:txBody>
      </p:sp>
      <p:sp>
        <p:nvSpPr>
          <p:cNvPr id="426" name="Google Shape;426;p5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27" name="Google Shape;427;p53"/>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28" name="Google Shape;428;p5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29" name="Google Shape;429;p53"/>
          <p:cNvSpPr/>
          <p:nvPr>
            <p:ph idx="3" type="pic"/>
          </p:nvPr>
        </p:nvSpPr>
        <p:spPr>
          <a:xfrm>
            <a:off x="3766700" y="873150"/>
            <a:ext cx="1621800" cy="3549600"/>
          </a:xfrm>
          <a:prstGeom prst="roundRect">
            <a:avLst>
              <a:gd fmla="val 10482" name="adj"/>
            </a:avLst>
          </a:prstGeom>
          <a:noFill/>
          <a:ln>
            <a:noFill/>
          </a:ln>
        </p:spPr>
      </p:sp>
      <p:sp>
        <p:nvSpPr>
          <p:cNvPr id="430" name="Google Shape;430;p53"/>
          <p:cNvSpPr/>
          <p:nvPr>
            <p:ph idx="4" type="pic"/>
          </p:nvPr>
        </p:nvSpPr>
        <p:spPr>
          <a:xfrm>
            <a:off x="289100" y="1324475"/>
            <a:ext cx="1563300" cy="2531100"/>
          </a:xfrm>
          <a:prstGeom prst="roundRect">
            <a:avLst>
              <a:gd fmla="val 11947" name="adj"/>
            </a:avLst>
          </a:prstGeom>
          <a:noFill/>
          <a:ln>
            <a:noFill/>
          </a:ln>
        </p:spPr>
      </p:sp>
      <p:sp>
        <p:nvSpPr>
          <p:cNvPr id="431" name="Google Shape;431;p53"/>
          <p:cNvSpPr/>
          <p:nvPr>
            <p:ph idx="5" type="pic"/>
          </p:nvPr>
        </p:nvSpPr>
        <p:spPr>
          <a:xfrm>
            <a:off x="1969400" y="1142650"/>
            <a:ext cx="1563300" cy="2531100"/>
          </a:xfrm>
          <a:prstGeom prst="roundRect">
            <a:avLst>
              <a:gd fmla="val 11947" name="adj"/>
            </a:avLst>
          </a:prstGeom>
          <a:noFill/>
          <a:ln>
            <a:noFill/>
          </a:ln>
        </p:spPr>
      </p:sp>
      <p:sp>
        <p:nvSpPr>
          <p:cNvPr id="432" name="Google Shape;432;p53"/>
          <p:cNvSpPr/>
          <p:nvPr>
            <p:ph idx="6" type="pic"/>
          </p:nvPr>
        </p:nvSpPr>
        <p:spPr>
          <a:xfrm>
            <a:off x="5623125" y="1142650"/>
            <a:ext cx="1563300" cy="2531100"/>
          </a:xfrm>
          <a:prstGeom prst="roundRect">
            <a:avLst>
              <a:gd fmla="val 11947" name="adj"/>
            </a:avLst>
          </a:prstGeom>
          <a:noFill/>
          <a:ln>
            <a:noFill/>
          </a:ln>
        </p:spPr>
      </p:sp>
      <p:sp>
        <p:nvSpPr>
          <p:cNvPr id="433" name="Google Shape;433;p53"/>
          <p:cNvSpPr/>
          <p:nvPr>
            <p:ph idx="7" type="pic"/>
          </p:nvPr>
        </p:nvSpPr>
        <p:spPr>
          <a:xfrm>
            <a:off x="7304050" y="1324475"/>
            <a:ext cx="1563300" cy="2531100"/>
          </a:xfrm>
          <a:prstGeom prst="roundRect">
            <a:avLst>
              <a:gd fmla="val 11947" name="adj"/>
            </a:avLst>
          </a:prstGeom>
          <a:noFill/>
          <a:ln>
            <a:noFill/>
          </a:ln>
        </p:spPr>
      </p:sp>
      <p:sp>
        <p:nvSpPr>
          <p:cNvPr id="434" name="Google Shape;434;p53"/>
          <p:cNvSpPr txBox="1"/>
          <p:nvPr>
            <p:ph idx="8" type="subTitle"/>
          </p:nvPr>
        </p:nvSpPr>
        <p:spPr>
          <a:xfrm>
            <a:off x="378475" y="4261299"/>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435" name="Google Shape;435;p53"/>
          <p:cNvSpPr txBox="1"/>
          <p:nvPr>
            <p:ph idx="9" type="subTitle"/>
          </p:nvPr>
        </p:nvSpPr>
        <p:spPr>
          <a:xfrm>
            <a:off x="378476" y="4562900"/>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436" name="Google Shape;436;p53"/>
          <p:cNvSpPr txBox="1"/>
          <p:nvPr>
            <p:ph idx="13" type="subTitle"/>
          </p:nvPr>
        </p:nvSpPr>
        <p:spPr>
          <a:xfrm>
            <a:off x="2057625" y="4074126"/>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437" name="Google Shape;437;p53"/>
          <p:cNvSpPr txBox="1"/>
          <p:nvPr>
            <p:ph idx="14" type="subTitle"/>
          </p:nvPr>
        </p:nvSpPr>
        <p:spPr>
          <a:xfrm>
            <a:off x="2057625"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438" name="Google Shape;438;p53"/>
          <p:cNvSpPr txBox="1"/>
          <p:nvPr>
            <p:ph idx="15" type="subTitle"/>
          </p:nvPr>
        </p:nvSpPr>
        <p:spPr>
          <a:xfrm>
            <a:off x="5712200" y="4074126"/>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439" name="Google Shape;439;p53"/>
          <p:cNvSpPr txBox="1"/>
          <p:nvPr>
            <p:ph idx="16" type="subTitle"/>
          </p:nvPr>
        </p:nvSpPr>
        <p:spPr>
          <a:xfrm>
            <a:off x="5712200"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440" name="Google Shape;440;p53"/>
          <p:cNvSpPr txBox="1"/>
          <p:nvPr>
            <p:ph idx="17" type="subTitle"/>
          </p:nvPr>
        </p:nvSpPr>
        <p:spPr>
          <a:xfrm>
            <a:off x="7395575" y="4261301"/>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441" name="Google Shape;441;p53"/>
          <p:cNvSpPr txBox="1"/>
          <p:nvPr>
            <p:ph idx="18" type="subTitle"/>
          </p:nvPr>
        </p:nvSpPr>
        <p:spPr>
          <a:xfrm>
            <a:off x="7395575" y="4562900"/>
            <a:ext cx="15042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21_1_1">
    <p:bg>
      <p:bgPr>
        <a:solidFill>
          <a:schemeClr val="accent5"/>
        </a:solidFill>
      </p:bgPr>
    </p:bg>
    <p:spTree>
      <p:nvGrpSpPr>
        <p:cNvPr id="442" name="Shape 442"/>
        <p:cNvGrpSpPr/>
        <p:nvPr/>
      </p:nvGrpSpPr>
      <p:grpSpPr>
        <a:xfrm>
          <a:off x="0" y="0"/>
          <a:ext cx="0" cy="0"/>
          <a:chOff x="0" y="0"/>
          <a:chExt cx="0" cy="0"/>
        </a:xfrm>
      </p:grpSpPr>
      <p:sp>
        <p:nvSpPr>
          <p:cNvPr id="443" name="Google Shape;443;p54"/>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444" name="Google Shape;444;p54"/>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45" name="Google Shape;445;p54"/>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46" name="Google Shape;446;p5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
    <p:bg>
      <p:bgPr>
        <a:solidFill>
          <a:schemeClr val="accent5"/>
        </a:solidFill>
      </p:bgPr>
    </p:bg>
    <p:spTree>
      <p:nvGrpSpPr>
        <p:cNvPr id="447" name="Shape 447"/>
        <p:cNvGrpSpPr/>
        <p:nvPr/>
      </p:nvGrpSpPr>
      <p:grpSpPr>
        <a:xfrm>
          <a:off x="0" y="0"/>
          <a:ext cx="0" cy="0"/>
          <a:chOff x="0" y="0"/>
          <a:chExt cx="0" cy="0"/>
        </a:xfrm>
      </p:grpSpPr>
      <p:pic>
        <p:nvPicPr>
          <p:cNvPr id="448" name="Google Shape;448;p55"/>
          <p:cNvPicPr preferRelativeResize="0"/>
          <p:nvPr/>
        </p:nvPicPr>
        <p:blipFill rotWithShape="1">
          <a:blip r:embed="rId2">
            <a:alphaModFix amt="10000"/>
          </a:blip>
          <a:srcRect b="720" l="1068" r="20" t="592"/>
          <a:stretch/>
        </p:blipFill>
        <p:spPr>
          <a:xfrm>
            <a:off x="277425" y="277650"/>
            <a:ext cx="8588100" cy="4582500"/>
          </a:xfrm>
          <a:prstGeom prst="roundRect">
            <a:avLst>
              <a:gd fmla="val 13460" name="adj"/>
            </a:avLst>
          </a:prstGeom>
          <a:noFill/>
          <a:ln>
            <a:noFill/>
          </a:ln>
        </p:spPr>
      </p:pic>
      <p:sp>
        <p:nvSpPr>
          <p:cNvPr id="449" name="Google Shape;449;p55"/>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450" name="Google Shape;450;p5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accent5"/>
        </a:solidFill>
      </p:bgPr>
    </p:bg>
    <p:spTree>
      <p:nvGrpSpPr>
        <p:cNvPr id="451" name="Shape 451"/>
        <p:cNvGrpSpPr/>
        <p:nvPr/>
      </p:nvGrpSpPr>
      <p:grpSpPr>
        <a:xfrm>
          <a:off x="0" y="0"/>
          <a:ext cx="0" cy="0"/>
          <a:chOff x="0" y="0"/>
          <a:chExt cx="0" cy="0"/>
        </a:xfrm>
      </p:grpSpPr>
      <p:sp>
        <p:nvSpPr>
          <p:cNvPr id="452" name="Google Shape;452;p56"/>
          <p:cNvSpPr txBox="1"/>
          <p:nvPr>
            <p:ph idx="1" type="subTitle"/>
          </p:nvPr>
        </p:nvSpPr>
        <p:spPr>
          <a:xfrm>
            <a:off x="4539825" y="3178291"/>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453" name="Google Shape;453;p56"/>
          <p:cNvSpPr txBox="1"/>
          <p:nvPr>
            <p:ph idx="2" type="subTitle"/>
          </p:nvPr>
        </p:nvSpPr>
        <p:spPr>
          <a:xfrm>
            <a:off x="4539825" y="3792808"/>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454" name="Google Shape;454;p56"/>
          <p:cNvSpPr txBox="1"/>
          <p:nvPr>
            <p:ph idx="3" type="subTitle"/>
          </p:nvPr>
        </p:nvSpPr>
        <p:spPr>
          <a:xfrm>
            <a:off x="4539825" y="4407325"/>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455" name="Google Shape;455;p56"/>
          <p:cNvSpPr txBox="1"/>
          <p:nvPr>
            <p:ph type="title"/>
          </p:nvPr>
        </p:nvSpPr>
        <p:spPr>
          <a:xfrm>
            <a:off x="277425" y="2056225"/>
            <a:ext cx="3541500" cy="2803500"/>
          </a:xfrm>
          <a:prstGeom prst="rect">
            <a:avLst/>
          </a:prstGeom>
        </p:spPr>
        <p:txBody>
          <a:bodyPr anchorCtr="0" anchor="b" bIns="0" lIns="0" spcFirstLastPara="1" rIns="0" wrap="square" tIns="0">
            <a:noAutofit/>
          </a:bodyPr>
          <a:lstStyle>
            <a:lvl1pPr lvl="0">
              <a:spcBef>
                <a:spcPts val="0"/>
              </a:spcBef>
              <a:spcAft>
                <a:spcPts val="0"/>
              </a:spcAft>
              <a:buNone/>
              <a:defRPr sz="5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456" name="Google Shape;456;p56"/>
          <p:cNvSpPr txBox="1"/>
          <p:nvPr>
            <p:ph idx="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57" name="Google Shape;457;p56"/>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58" name="Google Shape;458;p5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CUSTOM_11">
    <p:bg>
      <p:bgPr>
        <a:solidFill>
          <a:schemeClr val="accent5"/>
        </a:solidFill>
      </p:bgPr>
    </p:bg>
    <p:spTree>
      <p:nvGrpSpPr>
        <p:cNvPr id="459" name="Shape 459"/>
        <p:cNvGrpSpPr/>
        <p:nvPr/>
      </p:nvGrpSpPr>
      <p:grpSpPr>
        <a:xfrm>
          <a:off x="0" y="0"/>
          <a:ext cx="0" cy="0"/>
          <a:chOff x="0" y="0"/>
          <a:chExt cx="0" cy="0"/>
        </a:xfrm>
      </p:grpSpPr>
      <p:sp>
        <p:nvSpPr>
          <p:cNvPr id="460" name="Google Shape;460;p57"/>
          <p:cNvSpPr/>
          <p:nvPr>
            <p:ph idx="2" type="pic"/>
          </p:nvPr>
        </p:nvSpPr>
        <p:spPr>
          <a:xfrm>
            <a:off x="7480825" y="734600"/>
            <a:ext cx="1383900" cy="1660200"/>
          </a:xfrm>
          <a:prstGeom prst="roundRect">
            <a:avLst>
              <a:gd fmla="val 11646" name="adj"/>
            </a:avLst>
          </a:prstGeom>
          <a:noFill/>
          <a:ln>
            <a:noFill/>
          </a:ln>
        </p:spPr>
      </p:sp>
      <p:sp>
        <p:nvSpPr>
          <p:cNvPr id="461" name="Google Shape;461;p57"/>
          <p:cNvSpPr/>
          <p:nvPr>
            <p:ph idx="3" type="pic"/>
          </p:nvPr>
        </p:nvSpPr>
        <p:spPr>
          <a:xfrm>
            <a:off x="7480825" y="2521175"/>
            <a:ext cx="1383900" cy="1879200"/>
          </a:xfrm>
          <a:prstGeom prst="roundRect">
            <a:avLst>
              <a:gd fmla="val 11646" name="adj"/>
            </a:avLst>
          </a:prstGeom>
          <a:noFill/>
          <a:ln>
            <a:noFill/>
          </a:ln>
        </p:spPr>
      </p:sp>
      <p:sp>
        <p:nvSpPr>
          <p:cNvPr id="462" name="Google Shape;462;p57"/>
          <p:cNvSpPr/>
          <p:nvPr>
            <p:ph idx="4" type="pic"/>
          </p:nvPr>
        </p:nvSpPr>
        <p:spPr>
          <a:xfrm>
            <a:off x="4665550" y="850900"/>
            <a:ext cx="2589300" cy="3433200"/>
          </a:xfrm>
          <a:prstGeom prst="roundRect">
            <a:avLst>
              <a:gd fmla="val 6330" name="adj"/>
            </a:avLst>
          </a:prstGeom>
          <a:noFill/>
          <a:ln>
            <a:noFill/>
          </a:ln>
        </p:spPr>
      </p:sp>
      <p:sp>
        <p:nvSpPr>
          <p:cNvPr id="463" name="Google Shape;463;p57"/>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464" name="Google Shape;464;p57"/>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465" name="Google Shape;465;p5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66" name="Google Shape;466;p57"/>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67" name="Google Shape;467;p5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11_1">
    <p:bg>
      <p:bgPr>
        <a:solidFill>
          <a:schemeClr val="accent5"/>
        </a:solidFill>
      </p:bgPr>
    </p:bg>
    <p:spTree>
      <p:nvGrpSpPr>
        <p:cNvPr id="468" name="Shape 468"/>
        <p:cNvGrpSpPr/>
        <p:nvPr/>
      </p:nvGrpSpPr>
      <p:grpSpPr>
        <a:xfrm>
          <a:off x="0" y="0"/>
          <a:ext cx="0" cy="0"/>
          <a:chOff x="0" y="0"/>
          <a:chExt cx="0" cy="0"/>
        </a:xfrm>
      </p:grpSpPr>
      <p:sp>
        <p:nvSpPr>
          <p:cNvPr id="469" name="Google Shape;469;p58"/>
          <p:cNvSpPr/>
          <p:nvPr/>
        </p:nvSpPr>
        <p:spPr>
          <a:xfrm>
            <a:off x="6107109" y="582300"/>
            <a:ext cx="2759400" cy="35862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470" name="Google Shape;470;p58"/>
          <p:cNvSpPr/>
          <p:nvPr>
            <p:ph idx="2" type="pic"/>
          </p:nvPr>
        </p:nvSpPr>
        <p:spPr>
          <a:xfrm>
            <a:off x="6220309" y="696000"/>
            <a:ext cx="2532900" cy="3358800"/>
          </a:xfrm>
          <a:prstGeom prst="roundRect">
            <a:avLst>
              <a:gd fmla="val 7223" name="adj"/>
            </a:avLst>
          </a:prstGeom>
          <a:noFill/>
          <a:ln>
            <a:noFill/>
          </a:ln>
        </p:spPr>
      </p:sp>
      <p:sp>
        <p:nvSpPr>
          <p:cNvPr id="471" name="Google Shape;471;p58"/>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472" name="Google Shape;472;p58"/>
          <p:cNvSpPr txBox="1"/>
          <p:nvPr>
            <p:ph idx="3"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473" name="Google Shape;473;p5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74" name="Google Shape;474;p58"/>
          <p:cNvSpPr txBox="1"/>
          <p:nvPr>
            <p:ph idx="4"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75" name="Google Shape;475;p5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
  <p:cSld name="CUSTOM_11_1_1">
    <p:bg>
      <p:bgPr>
        <a:solidFill>
          <a:schemeClr val="accent5"/>
        </a:solidFill>
      </p:bgPr>
    </p:bg>
    <p:spTree>
      <p:nvGrpSpPr>
        <p:cNvPr id="476" name="Shape 476"/>
        <p:cNvGrpSpPr/>
        <p:nvPr/>
      </p:nvGrpSpPr>
      <p:grpSpPr>
        <a:xfrm>
          <a:off x="0" y="0"/>
          <a:ext cx="0" cy="0"/>
          <a:chOff x="0" y="0"/>
          <a:chExt cx="0" cy="0"/>
        </a:xfrm>
      </p:grpSpPr>
      <p:sp>
        <p:nvSpPr>
          <p:cNvPr id="477" name="Google Shape;477;p59"/>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478" name="Google Shape;478;p59"/>
          <p:cNvSpPr txBox="1"/>
          <p:nvPr>
            <p:ph idx="2"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479" name="Google Shape;479;p5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80" name="Google Shape;480;p59"/>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81" name="Google Shape;481;p5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CUSTOM_12">
    <p:bg>
      <p:bgPr>
        <a:solidFill>
          <a:schemeClr val="accent5"/>
        </a:solidFill>
      </p:bgPr>
    </p:bg>
    <p:spTree>
      <p:nvGrpSpPr>
        <p:cNvPr id="482" name="Shape 482"/>
        <p:cNvGrpSpPr/>
        <p:nvPr/>
      </p:nvGrpSpPr>
      <p:grpSpPr>
        <a:xfrm>
          <a:off x="0" y="0"/>
          <a:ext cx="0" cy="0"/>
          <a:chOff x="0" y="0"/>
          <a:chExt cx="0" cy="0"/>
        </a:xfrm>
      </p:grpSpPr>
      <p:sp>
        <p:nvSpPr>
          <p:cNvPr id="483" name="Google Shape;483;p60"/>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484" name="Google Shape;484;p60"/>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85" name="Google Shape;485;p60"/>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86" name="Google Shape;486;p6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87" name="Google Shape;487;p60"/>
          <p:cNvSpPr txBox="1"/>
          <p:nvPr>
            <p:ph idx="3" type="body"/>
          </p:nvPr>
        </p:nvSpPr>
        <p:spPr>
          <a:xfrm>
            <a:off x="495652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488" name="Google Shape;488;p60"/>
          <p:cNvSpPr txBox="1"/>
          <p:nvPr>
            <p:ph idx="4" type="body"/>
          </p:nvPr>
        </p:nvSpPr>
        <p:spPr>
          <a:xfrm>
            <a:off x="38947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489" name="Google Shape;489;p60"/>
          <p:cNvSpPr txBox="1"/>
          <p:nvPr>
            <p:ph idx="5" type="subTitle"/>
          </p:nvPr>
        </p:nvSpPr>
        <p:spPr>
          <a:xfrm>
            <a:off x="47992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0" name="Google Shape;490;p60"/>
          <p:cNvSpPr txBox="1"/>
          <p:nvPr>
            <p:ph idx="6" type="subTitle"/>
          </p:nvPr>
        </p:nvSpPr>
        <p:spPr>
          <a:xfrm>
            <a:off x="486827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CUSTOM_13">
    <p:bg>
      <p:bgPr>
        <a:solidFill>
          <a:schemeClr val="accent5"/>
        </a:solidFill>
      </p:bgPr>
    </p:bg>
    <p:spTree>
      <p:nvGrpSpPr>
        <p:cNvPr id="491" name="Shape 491"/>
        <p:cNvGrpSpPr/>
        <p:nvPr/>
      </p:nvGrpSpPr>
      <p:grpSpPr>
        <a:xfrm>
          <a:off x="0" y="0"/>
          <a:ext cx="0" cy="0"/>
          <a:chOff x="0" y="0"/>
          <a:chExt cx="0" cy="0"/>
        </a:xfrm>
      </p:grpSpPr>
      <p:sp>
        <p:nvSpPr>
          <p:cNvPr id="492" name="Google Shape;492;p61"/>
          <p:cNvSpPr/>
          <p:nvPr>
            <p:ph idx="2" type="pic"/>
          </p:nvPr>
        </p:nvSpPr>
        <p:spPr>
          <a:xfrm>
            <a:off x="502800" y="2080575"/>
            <a:ext cx="603600" cy="603600"/>
          </a:xfrm>
          <a:prstGeom prst="ellipse">
            <a:avLst/>
          </a:prstGeom>
          <a:noFill/>
          <a:ln>
            <a:noFill/>
          </a:ln>
        </p:spPr>
      </p:sp>
      <p:sp>
        <p:nvSpPr>
          <p:cNvPr id="493" name="Google Shape;493;p61"/>
          <p:cNvSpPr/>
          <p:nvPr>
            <p:ph idx="3" type="pic"/>
          </p:nvPr>
        </p:nvSpPr>
        <p:spPr>
          <a:xfrm>
            <a:off x="6334750" y="2080575"/>
            <a:ext cx="603600" cy="603600"/>
          </a:xfrm>
          <a:prstGeom prst="ellipse">
            <a:avLst/>
          </a:prstGeom>
          <a:noFill/>
          <a:ln>
            <a:noFill/>
          </a:ln>
        </p:spPr>
      </p:sp>
      <p:sp>
        <p:nvSpPr>
          <p:cNvPr id="494" name="Google Shape;494;p61"/>
          <p:cNvSpPr/>
          <p:nvPr>
            <p:ph idx="4" type="pic"/>
          </p:nvPr>
        </p:nvSpPr>
        <p:spPr>
          <a:xfrm>
            <a:off x="3418775" y="2080550"/>
            <a:ext cx="603600" cy="603600"/>
          </a:xfrm>
          <a:prstGeom prst="ellipse">
            <a:avLst/>
          </a:prstGeom>
          <a:noFill/>
          <a:ln>
            <a:noFill/>
          </a:ln>
        </p:spPr>
      </p:sp>
      <p:sp>
        <p:nvSpPr>
          <p:cNvPr id="495" name="Google Shape;495;p61"/>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496" name="Google Shape;496;p61"/>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97" name="Google Shape;497;p61"/>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498" name="Google Shape;498;p6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99" name="Google Shape;499;p61"/>
          <p:cNvSpPr txBox="1"/>
          <p:nvPr>
            <p:ph idx="6" type="body"/>
          </p:nvPr>
        </p:nvSpPr>
        <p:spPr>
          <a:xfrm>
            <a:off x="480250"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500" name="Google Shape;500;p61"/>
          <p:cNvSpPr txBox="1"/>
          <p:nvPr>
            <p:ph idx="7" type="body"/>
          </p:nvPr>
        </p:nvSpPr>
        <p:spPr>
          <a:xfrm>
            <a:off x="3422476"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501" name="Google Shape;501;p61"/>
          <p:cNvSpPr txBox="1"/>
          <p:nvPr>
            <p:ph idx="8" type="body"/>
          </p:nvPr>
        </p:nvSpPr>
        <p:spPr>
          <a:xfrm>
            <a:off x="6326625" y="3608000"/>
            <a:ext cx="23172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502" name="Google Shape;502;p61"/>
          <p:cNvSpPr txBox="1"/>
          <p:nvPr>
            <p:ph idx="9" type="subTitle"/>
          </p:nvPr>
        </p:nvSpPr>
        <p:spPr>
          <a:xfrm>
            <a:off x="48025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503" name="Google Shape;503;p61"/>
          <p:cNvSpPr txBox="1"/>
          <p:nvPr>
            <p:ph idx="13" type="subTitle"/>
          </p:nvPr>
        </p:nvSpPr>
        <p:spPr>
          <a:xfrm>
            <a:off x="3422476"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504" name="Google Shape;504;p61"/>
          <p:cNvSpPr txBox="1"/>
          <p:nvPr>
            <p:ph idx="14" type="subTitle"/>
          </p:nvPr>
        </p:nvSpPr>
        <p:spPr>
          <a:xfrm>
            <a:off x="632880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13_1">
    <p:bg>
      <p:bgPr>
        <a:solidFill>
          <a:schemeClr val="accent5"/>
        </a:solidFill>
      </p:bgPr>
    </p:bg>
    <p:spTree>
      <p:nvGrpSpPr>
        <p:cNvPr id="505" name="Shape 505"/>
        <p:cNvGrpSpPr/>
        <p:nvPr/>
      </p:nvGrpSpPr>
      <p:grpSpPr>
        <a:xfrm>
          <a:off x="0" y="0"/>
          <a:ext cx="0" cy="0"/>
          <a:chOff x="0" y="0"/>
          <a:chExt cx="0" cy="0"/>
        </a:xfrm>
      </p:grpSpPr>
      <p:sp>
        <p:nvSpPr>
          <p:cNvPr id="506" name="Google Shape;506;p62"/>
          <p:cNvSpPr/>
          <p:nvPr>
            <p:ph idx="2" type="pic"/>
          </p:nvPr>
        </p:nvSpPr>
        <p:spPr>
          <a:xfrm>
            <a:off x="4644850" y="1299225"/>
            <a:ext cx="1037700" cy="1056300"/>
          </a:xfrm>
          <a:prstGeom prst="roundRect">
            <a:avLst>
              <a:gd fmla="val 12807" name="adj"/>
            </a:avLst>
          </a:prstGeom>
          <a:noFill/>
          <a:ln>
            <a:noFill/>
          </a:ln>
        </p:spPr>
      </p:sp>
      <p:sp>
        <p:nvSpPr>
          <p:cNvPr id="507" name="Google Shape;507;p62"/>
          <p:cNvSpPr/>
          <p:nvPr>
            <p:ph idx="3" type="pic"/>
          </p:nvPr>
        </p:nvSpPr>
        <p:spPr>
          <a:xfrm>
            <a:off x="4644850" y="3642825"/>
            <a:ext cx="1037700" cy="1056300"/>
          </a:xfrm>
          <a:prstGeom prst="roundRect">
            <a:avLst>
              <a:gd fmla="val 12807" name="adj"/>
            </a:avLst>
          </a:prstGeom>
          <a:noFill/>
          <a:ln>
            <a:noFill/>
          </a:ln>
        </p:spPr>
      </p:sp>
      <p:sp>
        <p:nvSpPr>
          <p:cNvPr id="508" name="Google Shape;508;p62"/>
          <p:cNvSpPr/>
          <p:nvPr>
            <p:ph idx="4" type="pic"/>
          </p:nvPr>
        </p:nvSpPr>
        <p:spPr>
          <a:xfrm>
            <a:off x="7828875" y="2471025"/>
            <a:ext cx="1037700" cy="1056300"/>
          </a:xfrm>
          <a:prstGeom prst="roundRect">
            <a:avLst>
              <a:gd fmla="val 12807" name="adj"/>
            </a:avLst>
          </a:prstGeom>
          <a:noFill/>
          <a:ln>
            <a:noFill/>
          </a:ln>
        </p:spPr>
      </p:sp>
      <p:sp>
        <p:nvSpPr>
          <p:cNvPr id="509" name="Google Shape;509;p62"/>
          <p:cNvSpPr/>
          <p:nvPr>
            <p:ph idx="5" type="pic"/>
          </p:nvPr>
        </p:nvSpPr>
        <p:spPr>
          <a:xfrm>
            <a:off x="373175" y="1147525"/>
            <a:ext cx="3579900" cy="3607500"/>
          </a:xfrm>
          <a:prstGeom prst="roundRect">
            <a:avLst>
              <a:gd fmla="val 11548" name="adj"/>
            </a:avLst>
          </a:prstGeom>
          <a:noFill/>
          <a:ln>
            <a:noFill/>
          </a:ln>
        </p:spPr>
      </p:sp>
      <p:sp>
        <p:nvSpPr>
          <p:cNvPr id="510" name="Google Shape;510;p62"/>
          <p:cNvSpPr txBox="1"/>
          <p:nvPr>
            <p:ph type="title"/>
          </p:nvPr>
        </p:nvSpPr>
        <p:spPr>
          <a:xfrm>
            <a:off x="277500" y="416250"/>
            <a:ext cx="8589000" cy="6267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511" name="Google Shape;511;p62"/>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512" name="Google Shape;512;p62"/>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513" name="Google Shape;513;p6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514" name="Google Shape;514;p62"/>
          <p:cNvSpPr txBox="1"/>
          <p:nvPr>
            <p:ph idx="7" type="title"/>
          </p:nvPr>
        </p:nvSpPr>
        <p:spPr>
          <a:xfrm>
            <a:off x="6033800" y="15393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515" name="Google Shape;515;p62"/>
          <p:cNvSpPr txBox="1"/>
          <p:nvPr>
            <p:ph idx="8" type="title"/>
          </p:nvPr>
        </p:nvSpPr>
        <p:spPr>
          <a:xfrm>
            <a:off x="6033800" y="18086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516" name="Google Shape;516;p62"/>
          <p:cNvSpPr txBox="1"/>
          <p:nvPr>
            <p:ph idx="9" type="title"/>
          </p:nvPr>
        </p:nvSpPr>
        <p:spPr>
          <a:xfrm>
            <a:off x="4869750" y="27111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517" name="Google Shape;517;p62"/>
          <p:cNvSpPr txBox="1"/>
          <p:nvPr>
            <p:ph idx="13" type="title"/>
          </p:nvPr>
        </p:nvSpPr>
        <p:spPr>
          <a:xfrm>
            <a:off x="4869750" y="29804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518" name="Google Shape;518;p62"/>
          <p:cNvSpPr txBox="1"/>
          <p:nvPr>
            <p:ph idx="14" type="title"/>
          </p:nvPr>
        </p:nvSpPr>
        <p:spPr>
          <a:xfrm>
            <a:off x="6033800" y="38829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519" name="Google Shape;519;p62"/>
          <p:cNvSpPr txBox="1"/>
          <p:nvPr>
            <p:ph idx="15" type="title"/>
          </p:nvPr>
        </p:nvSpPr>
        <p:spPr>
          <a:xfrm>
            <a:off x="6033800" y="41522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CUSTOM_14">
    <p:bg>
      <p:bgPr>
        <a:solidFill>
          <a:schemeClr val="accent5"/>
        </a:solidFill>
      </p:bgPr>
    </p:bg>
    <p:spTree>
      <p:nvGrpSpPr>
        <p:cNvPr id="520" name="Shape 520"/>
        <p:cNvGrpSpPr/>
        <p:nvPr/>
      </p:nvGrpSpPr>
      <p:grpSpPr>
        <a:xfrm>
          <a:off x="0" y="0"/>
          <a:ext cx="0" cy="0"/>
          <a:chOff x="0" y="0"/>
          <a:chExt cx="0" cy="0"/>
        </a:xfrm>
      </p:grpSpPr>
      <p:sp>
        <p:nvSpPr>
          <p:cNvPr id="521" name="Google Shape;521;p63"/>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522" name="Google Shape;522;p6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523" name="Google Shape;523;p63"/>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524" name="Google Shape;524;p6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525" name="Google Shape;525;p63"/>
          <p:cNvSpPr txBox="1"/>
          <p:nvPr>
            <p:ph idx="3" type="body"/>
          </p:nvPr>
        </p:nvSpPr>
        <p:spPr>
          <a:xfrm>
            <a:off x="22669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26" name="Google Shape;526;p63"/>
          <p:cNvSpPr txBox="1"/>
          <p:nvPr>
            <p:ph idx="4" type="body"/>
          </p:nvPr>
        </p:nvSpPr>
        <p:spPr>
          <a:xfrm>
            <a:off x="40068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27" name="Google Shape;527;p63"/>
          <p:cNvSpPr txBox="1"/>
          <p:nvPr>
            <p:ph idx="5" type="body"/>
          </p:nvPr>
        </p:nvSpPr>
        <p:spPr>
          <a:xfrm>
            <a:off x="57482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28" name="Google Shape;528;p63"/>
          <p:cNvSpPr txBox="1"/>
          <p:nvPr>
            <p:ph idx="6" type="body"/>
          </p:nvPr>
        </p:nvSpPr>
        <p:spPr>
          <a:xfrm>
            <a:off x="74507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29" name="Google Shape;529;p63"/>
          <p:cNvSpPr txBox="1"/>
          <p:nvPr>
            <p:ph idx="7" type="subTitle"/>
          </p:nvPr>
        </p:nvSpPr>
        <p:spPr>
          <a:xfrm>
            <a:off x="22670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530" name="Google Shape;530;p63"/>
          <p:cNvSpPr txBox="1"/>
          <p:nvPr>
            <p:ph idx="8" type="subTitle"/>
          </p:nvPr>
        </p:nvSpPr>
        <p:spPr>
          <a:xfrm>
            <a:off x="4006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531" name="Google Shape;531;p63"/>
          <p:cNvSpPr txBox="1"/>
          <p:nvPr>
            <p:ph idx="9" type="subTitle"/>
          </p:nvPr>
        </p:nvSpPr>
        <p:spPr>
          <a:xfrm>
            <a:off x="57475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532" name="Google Shape;532;p63"/>
          <p:cNvSpPr txBox="1"/>
          <p:nvPr>
            <p:ph idx="13" type="subTitle"/>
          </p:nvPr>
        </p:nvSpPr>
        <p:spPr>
          <a:xfrm>
            <a:off x="7488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image">
  <p:cSld name="CUSTOM_15">
    <p:bg>
      <p:bgPr>
        <a:solidFill>
          <a:schemeClr val="accent5"/>
        </a:solidFill>
      </p:bgPr>
    </p:bg>
    <p:spTree>
      <p:nvGrpSpPr>
        <p:cNvPr id="533" name="Shape 533"/>
        <p:cNvGrpSpPr/>
        <p:nvPr/>
      </p:nvGrpSpPr>
      <p:grpSpPr>
        <a:xfrm>
          <a:off x="0" y="0"/>
          <a:ext cx="0" cy="0"/>
          <a:chOff x="0" y="0"/>
          <a:chExt cx="0" cy="0"/>
        </a:xfrm>
      </p:grpSpPr>
      <p:sp>
        <p:nvSpPr>
          <p:cNvPr id="534" name="Google Shape;534;p64"/>
          <p:cNvSpPr txBox="1"/>
          <p:nvPr>
            <p:ph type="title"/>
          </p:nvPr>
        </p:nvSpPr>
        <p:spPr>
          <a:xfrm>
            <a:off x="5321925" y="506100"/>
            <a:ext cx="3544500" cy="5793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535" name="Google Shape;535;p64"/>
          <p:cNvSpPr/>
          <p:nvPr>
            <p:ph idx="2" type="pic"/>
          </p:nvPr>
        </p:nvSpPr>
        <p:spPr>
          <a:xfrm>
            <a:off x="392100" y="411300"/>
            <a:ext cx="4297500" cy="4333200"/>
          </a:xfrm>
          <a:prstGeom prst="roundRect">
            <a:avLst>
              <a:gd fmla="val 12298" name="adj"/>
            </a:avLst>
          </a:prstGeom>
          <a:noFill/>
          <a:ln>
            <a:noFill/>
          </a:ln>
        </p:spPr>
      </p:sp>
      <p:sp>
        <p:nvSpPr>
          <p:cNvPr id="536" name="Google Shape;536;p64"/>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537" name="Google Shape;537;p6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p:cSld name="CUSTOM_17_1">
    <p:bg>
      <p:bgPr>
        <a:solidFill>
          <a:schemeClr val="accent5"/>
        </a:solidFill>
      </p:bgPr>
    </p:bg>
    <p:spTree>
      <p:nvGrpSpPr>
        <p:cNvPr id="538" name="Shape 538"/>
        <p:cNvGrpSpPr/>
        <p:nvPr/>
      </p:nvGrpSpPr>
      <p:grpSpPr>
        <a:xfrm>
          <a:off x="0" y="0"/>
          <a:ext cx="0" cy="0"/>
          <a:chOff x="0" y="0"/>
          <a:chExt cx="0" cy="0"/>
        </a:xfrm>
      </p:grpSpPr>
      <p:sp>
        <p:nvSpPr>
          <p:cNvPr id="539" name="Google Shape;539;p65"/>
          <p:cNvSpPr txBox="1"/>
          <p:nvPr>
            <p:ph idx="1" type="subTitle"/>
          </p:nvPr>
        </p:nvSpPr>
        <p:spPr>
          <a:xfrm>
            <a:off x="2775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540" name="Google Shape;540;p65"/>
          <p:cNvSpPr/>
          <p:nvPr>
            <p:ph idx="2" type="pic"/>
          </p:nvPr>
        </p:nvSpPr>
        <p:spPr>
          <a:xfrm>
            <a:off x="289100" y="1685250"/>
            <a:ext cx="1751100" cy="1773000"/>
          </a:xfrm>
          <a:prstGeom prst="roundRect">
            <a:avLst>
              <a:gd fmla="val 11894" name="adj"/>
            </a:avLst>
          </a:prstGeom>
          <a:noFill/>
          <a:ln>
            <a:noFill/>
          </a:ln>
        </p:spPr>
      </p:sp>
      <p:sp>
        <p:nvSpPr>
          <p:cNvPr id="541" name="Google Shape;541;p65"/>
          <p:cNvSpPr/>
          <p:nvPr>
            <p:ph idx="3" type="pic"/>
          </p:nvPr>
        </p:nvSpPr>
        <p:spPr>
          <a:xfrm>
            <a:off x="2152200" y="1685250"/>
            <a:ext cx="1751100" cy="1773000"/>
          </a:xfrm>
          <a:prstGeom prst="roundRect">
            <a:avLst>
              <a:gd fmla="val 11894" name="adj"/>
            </a:avLst>
          </a:prstGeom>
          <a:noFill/>
          <a:ln>
            <a:noFill/>
          </a:ln>
        </p:spPr>
      </p:sp>
      <p:sp>
        <p:nvSpPr>
          <p:cNvPr id="542" name="Google Shape;542;p65"/>
          <p:cNvSpPr/>
          <p:nvPr>
            <p:ph idx="4" type="pic"/>
          </p:nvPr>
        </p:nvSpPr>
        <p:spPr>
          <a:xfrm>
            <a:off x="4015300" y="1685250"/>
            <a:ext cx="1751100" cy="1773000"/>
          </a:xfrm>
          <a:prstGeom prst="roundRect">
            <a:avLst>
              <a:gd fmla="val 11894" name="adj"/>
            </a:avLst>
          </a:prstGeom>
          <a:noFill/>
          <a:ln>
            <a:noFill/>
          </a:ln>
        </p:spPr>
      </p:sp>
      <p:sp>
        <p:nvSpPr>
          <p:cNvPr id="543" name="Google Shape;543;p65"/>
          <p:cNvSpPr/>
          <p:nvPr>
            <p:ph idx="5" type="pic"/>
          </p:nvPr>
        </p:nvSpPr>
        <p:spPr>
          <a:xfrm>
            <a:off x="5866250" y="1685250"/>
            <a:ext cx="1751100" cy="1773000"/>
          </a:xfrm>
          <a:prstGeom prst="roundRect">
            <a:avLst>
              <a:gd fmla="val 11894" name="adj"/>
            </a:avLst>
          </a:prstGeom>
          <a:noFill/>
          <a:ln>
            <a:noFill/>
          </a:ln>
        </p:spPr>
      </p:sp>
      <p:sp>
        <p:nvSpPr>
          <p:cNvPr id="544" name="Google Shape;544;p65"/>
          <p:cNvSpPr txBox="1"/>
          <p:nvPr>
            <p:ph idx="6" type="body"/>
          </p:nvPr>
        </p:nvSpPr>
        <p:spPr>
          <a:xfrm>
            <a:off x="2775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SzPts val="900"/>
              <a:buChar char="●"/>
              <a:defRPr sz="800"/>
            </a:lvl1pPr>
            <a:lvl2pPr indent="-285750" lvl="1" marL="914400">
              <a:lnSpc>
                <a:spcPct val="115000"/>
              </a:lnSpc>
              <a:spcBef>
                <a:spcPts val="800"/>
              </a:spcBef>
              <a:spcAft>
                <a:spcPts val="0"/>
              </a:spcAft>
              <a:buSzPts val="900"/>
              <a:buChar char="○"/>
              <a:defRPr sz="900"/>
            </a:lvl2pPr>
            <a:lvl3pPr indent="-285750" lvl="2" marL="1371600">
              <a:lnSpc>
                <a:spcPct val="115000"/>
              </a:lnSpc>
              <a:spcBef>
                <a:spcPts val="800"/>
              </a:spcBef>
              <a:spcAft>
                <a:spcPts val="0"/>
              </a:spcAft>
              <a:buSzPts val="900"/>
              <a:buChar char="■"/>
              <a:defRPr sz="900"/>
            </a:lvl3pPr>
            <a:lvl4pPr indent="-285750" lvl="3" marL="1828800">
              <a:lnSpc>
                <a:spcPct val="115000"/>
              </a:lnSpc>
              <a:spcBef>
                <a:spcPts val="800"/>
              </a:spcBef>
              <a:spcAft>
                <a:spcPts val="0"/>
              </a:spcAft>
              <a:buSzPts val="900"/>
              <a:buChar char="●"/>
              <a:defRPr sz="900"/>
            </a:lvl4pPr>
            <a:lvl5pPr indent="-285750" lvl="4" marL="2286000">
              <a:lnSpc>
                <a:spcPct val="115000"/>
              </a:lnSpc>
              <a:spcBef>
                <a:spcPts val="800"/>
              </a:spcBef>
              <a:spcAft>
                <a:spcPts val="0"/>
              </a:spcAft>
              <a:buSzPts val="900"/>
              <a:buChar char="○"/>
              <a:defRPr sz="900"/>
            </a:lvl5pPr>
            <a:lvl6pPr indent="-285750" lvl="5" marL="2743200">
              <a:lnSpc>
                <a:spcPct val="115000"/>
              </a:lnSpc>
              <a:spcBef>
                <a:spcPts val="800"/>
              </a:spcBef>
              <a:spcAft>
                <a:spcPts val="0"/>
              </a:spcAft>
              <a:buSzPts val="900"/>
              <a:buChar char="■"/>
              <a:defRPr sz="900"/>
            </a:lvl6pPr>
            <a:lvl7pPr indent="-285750" lvl="6" marL="3200400">
              <a:lnSpc>
                <a:spcPct val="115000"/>
              </a:lnSpc>
              <a:spcBef>
                <a:spcPts val="800"/>
              </a:spcBef>
              <a:spcAft>
                <a:spcPts val="0"/>
              </a:spcAft>
              <a:buSzPts val="900"/>
              <a:buChar char="●"/>
              <a:defRPr sz="900"/>
            </a:lvl7pPr>
            <a:lvl8pPr indent="-285750" lvl="7" marL="3657600">
              <a:lnSpc>
                <a:spcPct val="115000"/>
              </a:lnSpc>
              <a:spcBef>
                <a:spcPts val="800"/>
              </a:spcBef>
              <a:spcAft>
                <a:spcPts val="0"/>
              </a:spcAft>
              <a:buSzPts val="900"/>
              <a:buChar char="○"/>
              <a:defRPr sz="900"/>
            </a:lvl8pPr>
            <a:lvl9pPr indent="-285750" lvl="8" marL="4114800">
              <a:lnSpc>
                <a:spcPct val="115000"/>
              </a:lnSpc>
              <a:spcBef>
                <a:spcPts val="800"/>
              </a:spcBef>
              <a:spcAft>
                <a:spcPts val="800"/>
              </a:spcAft>
              <a:buSzPts val="900"/>
              <a:buChar char="■"/>
              <a:defRPr sz="900"/>
            </a:lvl9pPr>
          </a:lstStyle>
          <a:p/>
        </p:txBody>
      </p:sp>
      <p:sp>
        <p:nvSpPr>
          <p:cNvPr id="545" name="Google Shape;545;p65"/>
          <p:cNvSpPr txBox="1"/>
          <p:nvPr>
            <p:ph idx="7" type="subTitle"/>
          </p:nvPr>
        </p:nvSpPr>
        <p:spPr>
          <a:xfrm>
            <a:off x="21481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546" name="Google Shape;546;p65"/>
          <p:cNvSpPr txBox="1"/>
          <p:nvPr>
            <p:ph idx="8" type="body"/>
          </p:nvPr>
        </p:nvSpPr>
        <p:spPr>
          <a:xfrm>
            <a:off x="21481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547" name="Google Shape;547;p65"/>
          <p:cNvSpPr txBox="1"/>
          <p:nvPr>
            <p:ph idx="9" type="subTitle"/>
          </p:nvPr>
        </p:nvSpPr>
        <p:spPr>
          <a:xfrm>
            <a:off x="40188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548" name="Google Shape;548;p65"/>
          <p:cNvSpPr txBox="1"/>
          <p:nvPr>
            <p:ph idx="13" type="body"/>
          </p:nvPr>
        </p:nvSpPr>
        <p:spPr>
          <a:xfrm>
            <a:off x="40188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549" name="Google Shape;549;p65"/>
          <p:cNvSpPr txBox="1"/>
          <p:nvPr>
            <p:ph idx="14" type="subTitle"/>
          </p:nvPr>
        </p:nvSpPr>
        <p:spPr>
          <a:xfrm>
            <a:off x="58536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550" name="Google Shape;550;p65"/>
          <p:cNvSpPr txBox="1"/>
          <p:nvPr>
            <p:ph idx="15" type="body"/>
          </p:nvPr>
        </p:nvSpPr>
        <p:spPr>
          <a:xfrm>
            <a:off x="58536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551" name="Google Shape;551;p65"/>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552" name="Google Shape;552;p65"/>
          <p:cNvSpPr txBox="1"/>
          <p:nvPr>
            <p:ph idx="16"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553" name="Google Shape;553;p65"/>
          <p:cNvSpPr txBox="1"/>
          <p:nvPr>
            <p:ph idx="17"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554" name="Google Shape;554;p6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
    <p:bg>
      <p:bgPr>
        <a:solidFill>
          <a:schemeClr val="accent5"/>
        </a:solidFill>
      </p:bgPr>
    </p:bg>
    <p:spTree>
      <p:nvGrpSpPr>
        <p:cNvPr id="555" name="Shape 555"/>
        <p:cNvGrpSpPr/>
        <p:nvPr/>
      </p:nvGrpSpPr>
      <p:grpSpPr>
        <a:xfrm>
          <a:off x="0" y="0"/>
          <a:ext cx="0" cy="0"/>
          <a:chOff x="0" y="0"/>
          <a:chExt cx="0" cy="0"/>
        </a:xfrm>
      </p:grpSpPr>
      <p:sp>
        <p:nvSpPr>
          <p:cNvPr id="556" name="Google Shape;556;p66"/>
          <p:cNvSpPr/>
          <p:nvPr>
            <p:ph idx="2" type="pic"/>
          </p:nvPr>
        </p:nvSpPr>
        <p:spPr>
          <a:xfrm>
            <a:off x="392100" y="411300"/>
            <a:ext cx="4915800" cy="4333200"/>
          </a:xfrm>
          <a:prstGeom prst="roundRect">
            <a:avLst>
              <a:gd fmla="val 11160" name="adj"/>
            </a:avLst>
          </a:prstGeom>
          <a:noFill/>
          <a:ln>
            <a:noFill/>
          </a:ln>
        </p:spPr>
      </p:sp>
      <p:sp>
        <p:nvSpPr>
          <p:cNvPr id="557" name="Google Shape;557;p66"/>
          <p:cNvSpPr txBox="1"/>
          <p:nvPr>
            <p:ph type="title"/>
          </p:nvPr>
        </p:nvSpPr>
        <p:spPr>
          <a:xfrm>
            <a:off x="60451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558" name="Google Shape;558;p66"/>
          <p:cNvSpPr txBox="1"/>
          <p:nvPr>
            <p:ph idx="3" type="title"/>
          </p:nvPr>
        </p:nvSpPr>
        <p:spPr>
          <a:xfrm>
            <a:off x="60451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559" name="Google Shape;559;p66"/>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560" name="Google Shape;560;p6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extLst>
    <p:ext uri="{DCECCB84-F9BA-43D5-87BE-67443E8EF086}">
      <p15:sldGuideLst>
        <p15:guide id="1" pos="2653">
          <p15:clr>
            <a:srgbClr val="E46962"/>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characteristics">
  <p:cSld name="CUSTOM_19_2">
    <p:bg>
      <p:bgPr>
        <a:solidFill>
          <a:schemeClr val="accent5"/>
        </a:solidFill>
      </p:bgPr>
    </p:bg>
    <p:spTree>
      <p:nvGrpSpPr>
        <p:cNvPr id="561" name="Shape 561"/>
        <p:cNvGrpSpPr/>
        <p:nvPr/>
      </p:nvGrpSpPr>
      <p:grpSpPr>
        <a:xfrm>
          <a:off x="0" y="0"/>
          <a:ext cx="0" cy="0"/>
          <a:chOff x="0" y="0"/>
          <a:chExt cx="0" cy="0"/>
        </a:xfrm>
      </p:grpSpPr>
      <p:sp>
        <p:nvSpPr>
          <p:cNvPr id="562" name="Google Shape;562;p67"/>
          <p:cNvSpPr/>
          <p:nvPr/>
        </p:nvSpPr>
        <p:spPr>
          <a:xfrm>
            <a:off x="6766675" y="282250"/>
            <a:ext cx="2099700" cy="3008100"/>
          </a:xfrm>
          <a:prstGeom prst="roundRect">
            <a:avLst>
              <a:gd fmla="val 1195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563" name="Google Shape;563;p67"/>
          <p:cNvSpPr/>
          <p:nvPr/>
        </p:nvSpPr>
        <p:spPr>
          <a:xfrm>
            <a:off x="277425" y="3414025"/>
            <a:ext cx="3513600" cy="1447800"/>
          </a:xfrm>
          <a:prstGeom prst="roundRect">
            <a:avLst>
              <a:gd fmla="val 156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564" name="Google Shape;564;p67"/>
          <p:cNvSpPr/>
          <p:nvPr/>
        </p:nvSpPr>
        <p:spPr>
          <a:xfrm>
            <a:off x="5298000" y="1843500"/>
            <a:ext cx="1350600" cy="1447800"/>
          </a:xfrm>
          <a:prstGeom prst="roundRect">
            <a:avLst>
              <a:gd fmla="val 20704"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565" name="Google Shape;565;p67"/>
          <p:cNvSpPr/>
          <p:nvPr/>
        </p:nvSpPr>
        <p:spPr>
          <a:xfrm rot="-5400000">
            <a:off x="5577475" y="2049100"/>
            <a:ext cx="566700" cy="8673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566" name="Google Shape;566;p67"/>
          <p:cNvSpPr/>
          <p:nvPr/>
        </p:nvSpPr>
        <p:spPr>
          <a:xfrm>
            <a:off x="5426850" y="2194075"/>
            <a:ext cx="1092900" cy="5736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solidFill>
                <a:schemeClr val="lt2"/>
              </a:solidFill>
              <a:latin typeface="Arimo"/>
              <a:ea typeface="Arimo"/>
              <a:cs typeface="Arimo"/>
              <a:sym typeface="Arimo"/>
            </a:endParaRPr>
          </a:p>
        </p:txBody>
      </p:sp>
      <p:sp>
        <p:nvSpPr>
          <p:cNvPr id="567" name="Google Shape;567;p67"/>
          <p:cNvSpPr/>
          <p:nvPr>
            <p:ph idx="2" type="pic"/>
          </p:nvPr>
        </p:nvSpPr>
        <p:spPr>
          <a:xfrm>
            <a:off x="3910200" y="3408075"/>
            <a:ext cx="3486300" cy="1447800"/>
          </a:xfrm>
          <a:prstGeom prst="roundRect">
            <a:avLst>
              <a:gd fmla="val 16397" name="adj"/>
            </a:avLst>
          </a:prstGeom>
          <a:noFill/>
          <a:ln>
            <a:noFill/>
          </a:ln>
        </p:spPr>
      </p:sp>
      <p:sp>
        <p:nvSpPr>
          <p:cNvPr id="568" name="Google Shape;568;p67"/>
          <p:cNvSpPr/>
          <p:nvPr>
            <p:ph idx="3" type="pic"/>
          </p:nvPr>
        </p:nvSpPr>
        <p:spPr>
          <a:xfrm>
            <a:off x="277500" y="277500"/>
            <a:ext cx="2765700" cy="3013800"/>
          </a:xfrm>
          <a:prstGeom prst="roundRect">
            <a:avLst>
              <a:gd fmla="val 8721" name="adj"/>
            </a:avLst>
          </a:prstGeom>
          <a:noFill/>
          <a:ln>
            <a:noFill/>
          </a:ln>
        </p:spPr>
      </p:sp>
      <p:sp>
        <p:nvSpPr>
          <p:cNvPr id="569" name="Google Shape;569;p67"/>
          <p:cNvSpPr/>
          <p:nvPr>
            <p:ph idx="4" type="pic"/>
          </p:nvPr>
        </p:nvSpPr>
        <p:spPr>
          <a:xfrm>
            <a:off x="3161225" y="277500"/>
            <a:ext cx="1350600" cy="1447800"/>
          </a:xfrm>
          <a:prstGeom prst="roundRect">
            <a:avLst>
              <a:gd fmla="val 15267" name="adj"/>
            </a:avLst>
          </a:prstGeom>
          <a:noFill/>
          <a:ln>
            <a:noFill/>
          </a:ln>
        </p:spPr>
      </p:sp>
      <p:sp>
        <p:nvSpPr>
          <p:cNvPr id="570" name="Google Shape;570;p67"/>
          <p:cNvSpPr/>
          <p:nvPr>
            <p:ph idx="5" type="pic"/>
          </p:nvPr>
        </p:nvSpPr>
        <p:spPr>
          <a:xfrm>
            <a:off x="6883575" y="399550"/>
            <a:ext cx="1866000" cy="2775000"/>
          </a:xfrm>
          <a:prstGeom prst="roundRect">
            <a:avLst>
              <a:gd fmla="val 9097" name="adj"/>
            </a:avLst>
          </a:prstGeom>
          <a:noFill/>
          <a:ln>
            <a:noFill/>
          </a:ln>
        </p:spPr>
      </p:sp>
      <p:sp>
        <p:nvSpPr>
          <p:cNvPr id="571" name="Google Shape;571;p67"/>
          <p:cNvSpPr/>
          <p:nvPr>
            <p:ph idx="6" type="pic"/>
          </p:nvPr>
        </p:nvSpPr>
        <p:spPr>
          <a:xfrm>
            <a:off x="7516025" y="3407700"/>
            <a:ext cx="1350600" cy="1447800"/>
          </a:xfrm>
          <a:prstGeom prst="roundRect">
            <a:avLst>
              <a:gd fmla="val 16397" name="adj"/>
            </a:avLst>
          </a:prstGeom>
          <a:noFill/>
          <a:ln>
            <a:noFill/>
          </a:ln>
        </p:spPr>
      </p:sp>
      <p:sp>
        <p:nvSpPr>
          <p:cNvPr id="572" name="Google Shape;572;p67"/>
          <p:cNvSpPr/>
          <p:nvPr>
            <p:ph idx="7" type="pic"/>
          </p:nvPr>
        </p:nvSpPr>
        <p:spPr>
          <a:xfrm>
            <a:off x="394425" y="3528475"/>
            <a:ext cx="3279600" cy="1218900"/>
          </a:xfrm>
          <a:prstGeom prst="roundRect">
            <a:avLst>
              <a:gd fmla="val 11412" name="adj"/>
            </a:avLst>
          </a:prstGeom>
          <a:noFill/>
          <a:ln>
            <a:noFill/>
          </a:ln>
        </p:spPr>
      </p:sp>
      <p:sp>
        <p:nvSpPr>
          <p:cNvPr id="573" name="Google Shape;573;p67"/>
          <p:cNvSpPr/>
          <p:nvPr/>
        </p:nvSpPr>
        <p:spPr>
          <a:xfrm>
            <a:off x="3161225" y="1842600"/>
            <a:ext cx="2018700" cy="14478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574" name="Google Shape;574;p67"/>
          <p:cNvSpPr/>
          <p:nvPr/>
        </p:nvSpPr>
        <p:spPr>
          <a:xfrm>
            <a:off x="4629850" y="279301"/>
            <a:ext cx="2018700" cy="1447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cxnSp>
        <p:nvCxnSpPr>
          <p:cNvPr id="575" name="Google Shape;575;p67"/>
          <p:cNvCxnSpPr>
            <a:stCxn id="573" idx="1"/>
            <a:endCxn id="573" idx="3"/>
          </p:cNvCxnSpPr>
          <p:nvPr/>
        </p:nvCxnSpPr>
        <p:spPr>
          <a:xfrm>
            <a:off x="3161225" y="2566500"/>
            <a:ext cx="2018700" cy="0"/>
          </a:xfrm>
          <a:prstGeom prst="straightConnector1">
            <a:avLst/>
          </a:prstGeom>
          <a:noFill/>
          <a:ln cap="flat" cmpd="sng" w="9525">
            <a:solidFill>
              <a:schemeClr val="accent3"/>
            </a:solidFill>
            <a:prstDash val="solid"/>
            <a:round/>
            <a:headEnd len="med" w="med" type="none"/>
            <a:tailEnd len="med" w="med" type="none"/>
          </a:ln>
        </p:spPr>
      </p:cxnSp>
      <p:sp>
        <p:nvSpPr>
          <p:cNvPr id="576" name="Google Shape;576;p67"/>
          <p:cNvSpPr txBox="1"/>
          <p:nvPr>
            <p:ph idx="1" type="subTitle"/>
          </p:nvPr>
        </p:nvSpPr>
        <p:spPr>
          <a:xfrm>
            <a:off x="394425" y="4055150"/>
            <a:ext cx="3279600" cy="573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a:solidFill>
                  <a:schemeClr val="lt1"/>
                </a:solidFill>
                <a:latin typeface="Arimo"/>
                <a:ea typeface="Arimo"/>
                <a:cs typeface="Arimo"/>
                <a:sym typeface="Arimo"/>
              </a:defRPr>
            </a:lvl1pPr>
            <a:lvl2pPr lvl="1">
              <a:lnSpc>
                <a:spcPct val="90000"/>
              </a:lnSpc>
              <a:spcBef>
                <a:spcPts val="0"/>
              </a:spcBef>
              <a:spcAft>
                <a:spcPts val="0"/>
              </a:spcAft>
              <a:buNone/>
              <a:defRPr sz="1500">
                <a:solidFill>
                  <a:schemeClr val="lt1"/>
                </a:solidFill>
                <a:latin typeface="Arimo"/>
                <a:ea typeface="Arimo"/>
                <a:cs typeface="Arimo"/>
                <a:sym typeface="Arimo"/>
              </a:defRPr>
            </a:lvl2pPr>
            <a:lvl3pPr lvl="2">
              <a:lnSpc>
                <a:spcPct val="90000"/>
              </a:lnSpc>
              <a:spcBef>
                <a:spcPts val="0"/>
              </a:spcBef>
              <a:spcAft>
                <a:spcPts val="0"/>
              </a:spcAft>
              <a:buNone/>
              <a:defRPr sz="1500">
                <a:solidFill>
                  <a:schemeClr val="lt1"/>
                </a:solidFill>
                <a:latin typeface="Arimo"/>
                <a:ea typeface="Arimo"/>
                <a:cs typeface="Arimo"/>
                <a:sym typeface="Arimo"/>
              </a:defRPr>
            </a:lvl3pPr>
            <a:lvl4pPr lvl="3">
              <a:lnSpc>
                <a:spcPct val="90000"/>
              </a:lnSpc>
              <a:spcBef>
                <a:spcPts val="0"/>
              </a:spcBef>
              <a:spcAft>
                <a:spcPts val="0"/>
              </a:spcAft>
              <a:buNone/>
              <a:defRPr sz="1500">
                <a:solidFill>
                  <a:schemeClr val="lt1"/>
                </a:solidFill>
                <a:latin typeface="Arimo"/>
                <a:ea typeface="Arimo"/>
                <a:cs typeface="Arimo"/>
                <a:sym typeface="Arimo"/>
              </a:defRPr>
            </a:lvl4pPr>
            <a:lvl5pPr lvl="4">
              <a:lnSpc>
                <a:spcPct val="90000"/>
              </a:lnSpc>
              <a:spcBef>
                <a:spcPts val="0"/>
              </a:spcBef>
              <a:spcAft>
                <a:spcPts val="0"/>
              </a:spcAft>
              <a:buNone/>
              <a:defRPr sz="1500">
                <a:solidFill>
                  <a:schemeClr val="lt1"/>
                </a:solidFill>
                <a:latin typeface="Arimo"/>
                <a:ea typeface="Arimo"/>
                <a:cs typeface="Arimo"/>
                <a:sym typeface="Arimo"/>
              </a:defRPr>
            </a:lvl5pPr>
            <a:lvl6pPr lvl="5">
              <a:lnSpc>
                <a:spcPct val="90000"/>
              </a:lnSpc>
              <a:spcBef>
                <a:spcPts val="0"/>
              </a:spcBef>
              <a:spcAft>
                <a:spcPts val="0"/>
              </a:spcAft>
              <a:buNone/>
              <a:defRPr sz="1500">
                <a:solidFill>
                  <a:schemeClr val="lt1"/>
                </a:solidFill>
                <a:latin typeface="Arimo"/>
                <a:ea typeface="Arimo"/>
                <a:cs typeface="Arimo"/>
                <a:sym typeface="Arimo"/>
              </a:defRPr>
            </a:lvl6pPr>
            <a:lvl7pPr lvl="6">
              <a:lnSpc>
                <a:spcPct val="90000"/>
              </a:lnSpc>
              <a:spcBef>
                <a:spcPts val="0"/>
              </a:spcBef>
              <a:spcAft>
                <a:spcPts val="0"/>
              </a:spcAft>
              <a:buNone/>
              <a:defRPr sz="1500">
                <a:solidFill>
                  <a:schemeClr val="lt1"/>
                </a:solidFill>
                <a:latin typeface="Arimo"/>
                <a:ea typeface="Arimo"/>
                <a:cs typeface="Arimo"/>
                <a:sym typeface="Arimo"/>
              </a:defRPr>
            </a:lvl7pPr>
            <a:lvl8pPr lvl="7">
              <a:lnSpc>
                <a:spcPct val="90000"/>
              </a:lnSpc>
              <a:spcBef>
                <a:spcPts val="0"/>
              </a:spcBef>
              <a:spcAft>
                <a:spcPts val="0"/>
              </a:spcAft>
              <a:buNone/>
              <a:defRPr sz="1500">
                <a:solidFill>
                  <a:schemeClr val="lt1"/>
                </a:solidFill>
                <a:latin typeface="Arimo"/>
                <a:ea typeface="Arimo"/>
                <a:cs typeface="Arimo"/>
                <a:sym typeface="Arimo"/>
              </a:defRPr>
            </a:lvl8pPr>
            <a:lvl9pPr lvl="8">
              <a:lnSpc>
                <a:spcPct val="90000"/>
              </a:lnSpc>
              <a:spcBef>
                <a:spcPts val="0"/>
              </a:spcBef>
              <a:spcAft>
                <a:spcPts val="0"/>
              </a:spcAft>
              <a:buNone/>
              <a:defRPr sz="1500">
                <a:solidFill>
                  <a:schemeClr val="lt1"/>
                </a:solidFill>
                <a:latin typeface="Arimo"/>
                <a:ea typeface="Arimo"/>
                <a:cs typeface="Arimo"/>
                <a:sym typeface="Arimo"/>
              </a:defRPr>
            </a:lvl9pPr>
          </a:lstStyle>
          <a:p/>
        </p:txBody>
      </p:sp>
      <p:sp>
        <p:nvSpPr>
          <p:cNvPr id="577" name="Google Shape;577;p67"/>
          <p:cNvSpPr txBox="1"/>
          <p:nvPr>
            <p:ph idx="8" type="subTitle"/>
          </p:nvPr>
        </p:nvSpPr>
        <p:spPr>
          <a:xfrm>
            <a:off x="6883575" y="605875"/>
            <a:ext cx="1866000" cy="573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a:solidFill>
                  <a:schemeClr val="lt2"/>
                </a:solidFill>
                <a:latin typeface="Arimo"/>
                <a:ea typeface="Arimo"/>
                <a:cs typeface="Arimo"/>
                <a:sym typeface="Arimo"/>
              </a:defRPr>
            </a:lvl1pPr>
            <a:lvl2pPr lvl="1">
              <a:lnSpc>
                <a:spcPct val="90000"/>
              </a:lnSpc>
              <a:spcBef>
                <a:spcPts val="0"/>
              </a:spcBef>
              <a:spcAft>
                <a:spcPts val="0"/>
              </a:spcAft>
              <a:buNone/>
              <a:defRPr sz="1500">
                <a:solidFill>
                  <a:schemeClr val="lt2"/>
                </a:solidFill>
                <a:latin typeface="Arimo"/>
                <a:ea typeface="Arimo"/>
                <a:cs typeface="Arimo"/>
                <a:sym typeface="Arimo"/>
              </a:defRPr>
            </a:lvl2pPr>
            <a:lvl3pPr lvl="2">
              <a:lnSpc>
                <a:spcPct val="90000"/>
              </a:lnSpc>
              <a:spcBef>
                <a:spcPts val="0"/>
              </a:spcBef>
              <a:spcAft>
                <a:spcPts val="0"/>
              </a:spcAft>
              <a:buNone/>
              <a:defRPr sz="1500">
                <a:solidFill>
                  <a:schemeClr val="lt2"/>
                </a:solidFill>
                <a:latin typeface="Arimo"/>
                <a:ea typeface="Arimo"/>
                <a:cs typeface="Arimo"/>
                <a:sym typeface="Arimo"/>
              </a:defRPr>
            </a:lvl3pPr>
            <a:lvl4pPr lvl="3">
              <a:lnSpc>
                <a:spcPct val="90000"/>
              </a:lnSpc>
              <a:spcBef>
                <a:spcPts val="0"/>
              </a:spcBef>
              <a:spcAft>
                <a:spcPts val="0"/>
              </a:spcAft>
              <a:buNone/>
              <a:defRPr sz="1500">
                <a:solidFill>
                  <a:schemeClr val="lt2"/>
                </a:solidFill>
                <a:latin typeface="Arimo"/>
                <a:ea typeface="Arimo"/>
                <a:cs typeface="Arimo"/>
                <a:sym typeface="Arimo"/>
              </a:defRPr>
            </a:lvl4pPr>
            <a:lvl5pPr lvl="4">
              <a:lnSpc>
                <a:spcPct val="90000"/>
              </a:lnSpc>
              <a:spcBef>
                <a:spcPts val="0"/>
              </a:spcBef>
              <a:spcAft>
                <a:spcPts val="0"/>
              </a:spcAft>
              <a:buNone/>
              <a:defRPr sz="1500">
                <a:solidFill>
                  <a:schemeClr val="lt2"/>
                </a:solidFill>
                <a:latin typeface="Arimo"/>
                <a:ea typeface="Arimo"/>
                <a:cs typeface="Arimo"/>
                <a:sym typeface="Arimo"/>
              </a:defRPr>
            </a:lvl5pPr>
            <a:lvl6pPr lvl="5">
              <a:lnSpc>
                <a:spcPct val="90000"/>
              </a:lnSpc>
              <a:spcBef>
                <a:spcPts val="0"/>
              </a:spcBef>
              <a:spcAft>
                <a:spcPts val="0"/>
              </a:spcAft>
              <a:buNone/>
              <a:defRPr sz="1500">
                <a:solidFill>
                  <a:schemeClr val="lt2"/>
                </a:solidFill>
                <a:latin typeface="Arimo"/>
                <a:ea typeface="Arimo"/>
                <a:cs typeface="Arimo"/>
                <a:sym typeface="Arimo"/>
              </a:defRPr>
            </a:lvl6pPr>
            <a:lvl7pPr lvl="6">
              <a:lnSpc>
                <a:spcPct val="90000"/>
              </a:lnSpc>
              <a:spcBef>
                <a:spcPts val="0"/>
              </a:spcBef>
              <a:spcAft>
                <a:spcPts val="0"/>
              </a:spcAft>
              <a:buNone/>
              <a:defRPr sz="1500">
                <a:solidFill>
                  <a:schemeClr val="lt2"/>
                </a:solidFill>
                <a:latin typeface="Arimo"/>
                <a:ea typeface="Arimo"/>
                <a:cs typeface="Arimo"/>
                <a:sym typeface="Arimo"/>
              </a:defRPr>
            </a:lvl7pPr>
            <a:lvl8pPr lvl="7">
              <a:lnSpc>
                <a:spcPct val="90000"/>
              </a:lnSpc>
              <a:spcBef>
                <a:spcPts val="0"/>
              </a:spcBef>
              <a:spcAft>
                <a:spcPts val="0"/>
              </a:spcAft>
              <a:buNone/>
              <a:defRPr sz="1500">
                <a:solidFill>
                  <a:schemeClr val="lt2"/>
                </a:solidFill>
                <a:latin typeface="Arimo"/>
                <a:ea typeface="Arimo"/>
                <a:cs typeface="Arimo"/>
                <a:sym typeface="Arimo"/>
              </a:defRPr>
            </a:lvl8pPr>
            <a:lvl9pPr lvl="8">
              <a:lnSpc>
                <a:spcPct val="90000"/>
              </a:lnSpc>
              <a:spcBef>
                <a:spcPts val="0"/>
              </a:spcBef>
              <a:spcAft>
                <a:spcPts val="0"/>
              </a:spcAft>
              <a:buNone/>
              <a:defRPr sz="1500">
                <a:solidFill>
                  <a:schemeClr val="lt2"/>
                </a:solidFill>
                <a:latin typeface="Arimo"/>
                <a:ea typeface="Arimo"/>
                <a:cs typeface="Arimo"/>
                <a:sym typeface="Arimo"/>
              </a:defRPr>
            </a:lvl9pPr>
          </a:lstStyle>
          <a:p/>
        </p:txBody>
      </p:sp>
      <p:sp>
        <p:nvSpPr>
          <p:cNvPr id="578" name="Google Shape;578;p67"/>
          <p:cNvSpPr txBox="1"/>
          <p:nvPr>
            <p:ph idx="9" type="subTitle"/>
          </p:nvPr>
        </p:nvSpPr>
        <p:spPr>
          <a:xfrm>
            <a:off x="3910200" y="3779175"/>
            <a:ext cx="3486300" cy="705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24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579" name="Google Shape;579;p67"/>
          <p:cNvSpPr txBox="1"/>
          <p:nvPr>
            <p:ph idx="13" type="subTitle"/>
          </p:nvPr>
        </p:nvSpPr>
        <p:spPr>
          <a:xfrm>
            <a:off x="291075" y="2571750"/>
            <a:ext cx="2765700" cy="705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2400">
                <a:solidFill>
                  <a:schemeClr val="lt1"/>
                </a:solidFill>
                <a:latin typeface="Arimo"/>
                <a:ea typeface="Arimo"/>
                <a:cs typeface="Arimo"/>
                <a:sym typeface="Arimo"/>
              </a:defRPr>
            </a:lvl1pPr>
            <a:lvl2pPr lvl="1">
              <a:lnSpc>
                <a:spcPct val="90000"/>
              </a:lnSpc>
              <a:spcBef>
                <a:spcPts val="0"/>
              </a:spcBef>
              <a:spcAft>
                <a:spcPts val="0"/>
              </a:spcAft>
              <a:buNone/>
              <a:defRPr sz="2500">
                <a:solidFill>
                  <a:schemeClr val="lt1"/>
                </a:solidFill>
                <a:latin typeface="Arimo"/>
                <a:ea typeface="Arimo"/>
                <a:cs typeface="Arimo"/>
                <a:sym typeface="Arimo"/>
              </a:defRPr>
            </a:lvl2pPr>
            <a:lvl3pPr lvl="2">
              <a:lnSpc>
                <a:spcPct val="90000"/>
              </a:lnSpc>
              <a:spcBef>
                <a:spcPts val="0"/>
              </a:spcBef>
              <a:spcAft>
                <a:spcPts val="0"/>
              </a:spcAft>
              <a:buNone/>
              <a:defRPr sz="2500">
                <a:solidFill>
                  <a:schemeClr val="lt1"/>
                </a:solidFill>
                <a:latin typeface="Arimo"/>
                <a:ea typeface="Arimo"/>
                <a:cs typeface="Arimo"/>
                <a:sym typeface="Arimo"/>
              </a:defRPr>
            </a:lvl3pPr>
            <a:lvl4pPr lvl="3">
              <a:lnSpc>
                <a:spcPct val="90000"/>
              </a:lnSpc>
              <a:spcBef>
                <a:spcPts val="0"/>
              </a:spcBef>
              <a:spcAft>
                <a:spcPts val="0"/>
              </a:spcAft>
              <a:buNone/>
              <a:defRPr sz="2500">
                <a:solidFill>
                  <a:schemeClr val="lt1"/>
                </a:solidFill>
                <a:latin typeface="Arimo"/>
                <a:ea typeface="Arimo"/>
                <a:cs typeface="Arimo"/>
                <a:sym typeface="Arimo"/>
              </a:defRPr>
            </a:lvl4pPr>
            <a:lvl5pPr lvl="4">
              <a:lnSpc>
                <a:spcPct val="90000"/>
              </a:lnSpc>
              <a:spcBef>
                <a:spcPts val="0"/>
              </a:spcBef>
              <a:spcAft>
                <a:spcPts val="0"/>
              </a:spcAft>
              <a:buNone/>
              <a:defRPr sz="2500">
                <a:solidFill>
                  <a:schemeClr val="lt1"/>
                </a:solidFill>
                <a:latin typeface="Arimo"/>
                <a:ea typeface="Arimo"/>
                <a:cs typeface="Arimo"/>
                <a:sym typeface="Arimo"/>
              </a:defRPr>
            </a:lvl5pPr>
            <a:lvl6pPr lvl="5">
              <a:lnSpc>
                <a:spcPct val="90000"/>
              </a:lnSpc>
              <a:spcBef>
                <a:spcPts val="0"/>
              </a:spcBef>
              <a:spcAft>
                <a:spcPts val="0"/>
              </a:spcAft>
              <a:buNone/>
              <a:defRPr sz="2500">
                <a:solidFill>
                  <a:schemeClr val="lt1"/>
                </a:solidFill>
                <a:latin typeface="Arimo"/>
                <a:ea typeface="Arimo"/>
                <a:cs typeface="Arimo"/>
                <a:sym typeface="Arimo"/>
              </a:defRPr>
            </a:lvl6pPr>
            <a:lvl7pPr lvl="6">
              <a:lnSpc>
                <a:spcPct val="90000"/>
              </a:lnSpc>
              <a:spcBef>
                <a:spcPts val="0"/>
              </a:spcBef>
              <a:spcAft>
                <a:spcPts val="0"/>
              </a:spcAft>
              <a:buNone/>
              <a:defRPr sz="2500">
                <a:solidFill>
                  <a:schemeClr val="lt1"/>
                </a:solidFill>
                <a:latin typeface="Arimo"/>
                <a:ea typeface="Arimo"/>
                <a:cs typeface="Arimo"/>
                <a:sym typeface="Arimo"/>
              </a:defRPr>
            </a:lvl7pPr>
            <a:lvl8pPr lvl="7">
              <a:lnSpc>
                <a:spcPct val="90000"/>
              </a:lnSpc>
              <a:spcBef>
                <a:spcPts val="0"/>
              </a:spcBef>
              <a:spcAft>
                <a:spcPts val="0"/>
              </a:spcAft>
              <a:buNone/>
              <a:defRPr sz="2500">
                <a:solidFill>
                  <a:schemeClr val="lt1"/>
                </a:solidFill>
                <a:latin typeface="Arimo"/>
                <a:ea typeface="Arimo"/>
                <a:cs typeface="Arimo"/>
                <a:sym typeface="Arimo"/>
              </a:defRPr>
            </a:lvl8pPr>
            <a:lvl9pPr lvl="8">
              <a:lnSpc>
                <a:spcPct val="90000"/>
              </a:lnSpc>
              <a:spcBef>
                <a:spcPts val="0"/>
              </a:spcBef>
              <a:spcAft>
                <a:spcPts val="0"/>
              </a:spcAft>
              <a:buNone/>
              <a:defRPr sz="2500">
                <a:solidFill>
                  <a:schemeClr val="lt1"/>
                </a:solidFill>
                <a:latin typeface="Arimo"/>
                <a:ea typeface="Arimo"/>
                <a:cs typeface="Arimo"/>
                <a:sym typeface="Arimo"/>
              </a:defRPr>
            </a:lvl9pPr>
          </a:lstStyle>
          <a:p/>
        </p:txBody>
      </p:sp>
      <p:sp>
        <p:nvSpPr>
          <p:cNvPr id="580" name="Google Shape;580;p67"/>
          <p:cNvSpPr txBox="1"/>
          <p:nvPr>
            <p:ph idx="14" type="subTitle"/>
          </p:nvPr>
        </p:nvSpPr>
        <p:spPr>
          <a:xfrm>
            <a:off x="4629850" y="694401"/>
            <a:ext cx="2018700" cy="5667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1800">
                <a:latin typeface="Arimo"/>
                <a:ea typeface="Arimo"/>
                <a:cs typeface="Arimo"/>
                <a:sym typeface="Arimo"/>
              </a:defRPr>
            </a:lvl1pPr>
            <a:lvl2pPr lvl="1" algn="ctr">
              <a:lnSpc>
                <a:spcPct val="90000"/>
              </a:lnSpc>
              <a:spcBef>
                <a:spcPts val="0"/>
              </a:spcBef>
              <a:spcAft>
                <a:spcPts val="0"/>
              </a:spcAft>
              <a:buNone/>
              <a:defRPr sz="2500">
                <a:latin typeface="Arimo"/>
                <a:ea typeface="Arimo"/>
                <a:cs typeface="Arimo"/>
                <a:sym typeface="Arimo"/>
              </a:defRPr>
            </a:lvl2pPr>
            <a:lvl3pPr lvl="2" algn="ctr">
              <a:lnSpc>
                <a:spcPct val="90000"/>
              </a:lnSpc>
              <a:spcBef>
                <a:spcPts val="0"/>
              </a:spcBef>
              <a:spcAft>
                <a:spcPts val="0"/>
              </a:spcAft>
              <a:buNone/>
              <a:defRPr sz="2500">
                <a:latin typeface="Arimo"/>
                <a:ea typeface="Arimo"/>
                <a:cs typeface="Arimo"/>
                <a:sym typeface="Arimo"/>
              </a:defRPr>
            </a:lvl3pPr>
            <a:lvl4pPr lvl="3" algn="ctr">
              <a:lnSpc>
                <a:spcPct val="90000"/>
              </a:lnSpc>
              <a:spcBef>
                <a:spcPts val="0"/>
              </a:spcBef>
              <a:spcAft>
                <a:spcPts val="0"/>
              </a:spcAft>
              <a:buNone/>
              <a:defRPr sz="2500">
                <a:latin typeface="Arimo"/>
                <a:ea typeface="Arimo"/>
                <a:cs typeface="Arimo"/>
                <a:sym typeface="Arimo"/>
              </a:defRPr>
            </a:lvl4pPr>
            <a:lvl5pPr lvl="4" algn="ctr">
              <a:lnSpc>
                <a:spcPct val="90000"/>
              </a:lnSpc>
              <a:spcBef>
                <a:spcPts val="0"/>
              </a:spcBef>
              <a:spcAft>
                <a:spcPts val="0"/>
              </a:spcAft>
              <a:buNone/>
              <a:defRPr sz="2500">
                <a:latin typeface="Arimo"/>
                <a:ea typeface="Arimo"/>
                <a:cs typeface="Arimo"/>
                <a:sym typeface="Arimo"/>
              </a:defRPr>
            </a:lvl5pPr>
            <a:lvl6pPr lvl="5" algn="ctr">
              <a:lnSpc>
                <a:spcPct val="90000"/>
              </a:lnSpc>
              <a:spcBef>
                <a:spcPts val="0"/>
              </a:spcBef>
              <a:spcAft>
                <a:spcPts val="0"/>
              </a:spcAft>
              <a:buNone/>
              <a:defRPr sz="2500">
                <a:latin typeface="Arimo"/>
                <a:ea typeface="Arimo"/>
                <a:cs typeface="Arimo"/>
                <a:sym typeface="Arimo"/>
              </a:defRPr>
            </a:lvl6pPr>
            <a:lvl7pPr lvl="6" algn="ctr">
              <a:lnSpc>
                <a:spcPct val="90000"/>
              </a:lnSpc>
              <a:spcBef>
                <a:spcPts val="0"/>
              </a:spcBef>
              <a:spcAft>
                <a:spcPts val="0"/>
              </a:spcAft>
              <a:buNone/>
              <a:defRPr sz="2500">
                <a:latin typeface="Arimo"/>
                <a:ea typeface="Arimo"/>
                <a:cs typeface="Arimo"/>
                <a:sym typeface="Arimo"/>
              </a:defRPr>
            </a:lvl7pPr>
            <a:lvl8pPr lvl="7" algn="ctr">
              <a:lnSpc>
                <a:spcPct val="90000"/>
              </a:lnSpc>
              <a:spcBef>
                <a:spcPts val="0"/>
              </a:spcBef>
              <a:spcAft>
                <a:spcPts val="0"/>
              </a:spcAft>
              <a:buNone/>
              <a:defRPr sz="2500">
                <a:latin typeface="Arimo"/>
                <a:ea typeface="Arimo"/>
                <a:cs typeface="Arimo"/>
                <a:sym typeface="Arimo"/>
              </a:defRPr>
            </a:lvl8pPr>
            <a:lvl9pPr lvl="8" algn="ctr">
              <a:lnSpc>
                <a:spcPct val="90000"/>
              </a:lnSpc>
              <a:spcBef>
                <a:spcPts val="0"/>
              </a:spcBef>
              <a:spcAft>
                <a:spcPts val="0"/>
              </a:spcAft>
              <a:buNone/>
              <a:defRPr sz="2500">
                <a:latin typeface="Arimo"/>
                <a:ea typeface="Arimo"/>
                <a:cs typeface="Arimo"/>
                <a:sym typeface="Arimo"/>
              </a:defRPr>
            </a:lvl9pPr>
          </a:lstStyle>
          <a:p/>
        </p:txBody>
      </p:sp>
      <p:sp>
        <p:nvSpPr>
          <p:cNvPr id="581" name="Google Shape;581;p67"/>
          <p:cNvSpPr txBox="1"/>
          <p:nvPr>
            <p:ph idx="15" type="subTitle"/>
          </p:nvPr>
        </p:nvSpPr>
        <p:spPr>
          <a:xfrm>
            <a:off x="4629900" y="1390480"/>
            <a:ext cx="2018700" cy="224100"/>
          </a:xfrm>
          <a:prstGeom prst="rect">
            <a:avLst/>
          </a:prstGeom>
        </p:spPr>
        <p:txBody>
          <a:bodyPr anchorCtr="0" anchor="b" bIns="0" lIns="91425" spcFirstLastPara="1" rIns="91425" wrap="square" tIns="0">
            <a:noAutofit/>
          </a:bodyPr>
          <a:lstStyle>
            <a:lvl1pPr lvl="0" algn="ctr">
              <a:lnSpc>
                <a:spcPct val="90000"/>
              </a:lnSpc>
              <a:spcBef>
                <a:spcPts val="0"/>
              </a:spcBef>
              <a:spcAft>
                <a:spcPts val="0"/>
              </a:spcAft>
              <a:buNone/>
              <a:defRPr sz="1000" u="sng"/>
            </a:lvl1pPr>
            <a:lvl2pPr lvl="1" algn="ctr">
              <a:lnSpc>
                <a:spcPct val="90000"/>
              </a:lnSpc>
              <a:spcBef>
                <a:spcPts val="0"/>
              </a:spcBef>
              <a:spcAft>
                <a:spcPts val="0"/>
              </a:spcAft>
              <a:buNone/>
              <a:defRPr sz="2700">
                <a:latin typeface="Arimo"/>
                <a:ea typeface="Arimo"/>
                <a:cs typeface="Arimo"/>
                <a:sym typeface="Arimo"/>
              </a:defRPr>
            </a:lvl2pPr>
            <a:lvl3pPr lvl="2" algn="ctr">
              <a:lnSpc>
                <a:spcPct val="90000"/>
              </a:lnSpc>
              <a:spcBef>
                <a:spcPts val="0"/>
              </a:spcBef>
              <a:spcAft>
                <a:spcPts val="0"/>
              </a:spcAft>
              <a:buNone/>
              <a:defRPr sz="2700">
                <a:latin typeface="Arimo"/>
                <a:ea typeface="Arimo"/>
                <a:cs typeface="Arimo"/>
                <a:sym typeface="Arimo"/>
              </a:defRPr>
            </a:lvl3pPr>
            <a:lvl4pPr lvl="3" algn="ctr">
              <a:lnSpc>
                <a:spcPct val="90000"/>
              </a:lnSpc>
              <a:spcBef>
                <a:spcPts val="0"/>
              </a:spcBef>
              <a:spcAft>
                <a:spcPts val="0"/>
              </a:spcAft>
              <a:buNone/>
              <a:defRPr sz="2700">
                <a:latin typeface="Arimo"/>
                <a:ea typeface="Arimo"/>
                <a:cs typeface="Arimo"/>
                <a:sym typeface="Arimo"/>
              </a:defRPr>
            </a:lvl4pPr>
            <a:lvl5pPr lvl="4" algn="ctr">
              <a:lnSpc>
                <a:spcPct val="90000"/>
              </a:lnSpc>
              <a:spcBef>
                <a:spcPts val="0"/>
              </a:spcBef>
              <a:spcAft>
                <a:spcPts val="0"/>
              </a:spcAft>
              <a:buNone/>
              <a:defRPr sz="2700">
                <a:latin typeface="Arimo"/>
                <a:ea typeface="Arimo"/>
                <a:cs typeface="Arimo"/>
                <a:sym typeface="Arimo"/>
              </a:defRPr>
            </a:lvl5pPr>
            <a:lvl6pPr lvl="5" algn="ctr">
              <a:lnSpc>
                <a:spcPct val="90000"/>
              </a:lnSpc>
              <a:spcBef>
                <a:spcPts val="0"/>
              </a:spcBef>
              <a:spcAft>
                <a:spcPts val="0"/>
              </a:spcAft>
              <a:buNone/>
              <a:defRPr sz="2700">
                <a:latin typeface="Arimo"/>
                <a:ea typeface="Arimo"/>
                <a:cs typeface="Arimo"/>
                <a:sym typeface="Arimo"/>
              </a:defRPr>
            </a:lvl6pPr>
            <a:lvl7pPr lvl="6" algn="ctr">
              <a:lnSpc>
                <a:spcPct val="90000"/>
              </a:lnSpc>
              <a:spcBef>
                <a:spcPts val="0"/>
              </a:spcBef>
              <a:spcAft>
                <a:spcPts val="0"/>
              </a:spcAft>
              <a:buNone/>
              <a:defRPr sz="2700">
                <a:latin typeface="Arimo"/>
                <a:ea typeface="Arimo"/>
                <a:cs typeface="Arimo"/>
                <a:sym typeface="Arimo"/>
              </a:defRPr>
            </a:lvl7pPr>
            <a:lvl8pPr lvl="7" algn="ctr">
              <a:lnSpc>
                <a:spcPct val="90000"/>
              </a:lnSpc>
              <a:spcBef>
                <a:spcPts val="0"/>
              </a:spcBef>
              <a:spcAft>
                <a:spcPts val="0"/>
              </a:spcAft>
              <a:buNone/>
              <a:defRPr sz="2700">
                <a:latin typeface="Arimo"/>
                <a:ea typeface="Arimo"/>
                <a:cs typeface="Arimo"/>
                <a:sym typeface="Arimo"/>
              </a:defRPr>
            </a:lvl8pPr>
            <a:lvl9pPr lvl="8" algn="ctr">
              <a:lnSpc>
                <a:spcPct val="90000"/>
              </a:lnSpc>
              <a:spcBef>
                <a:spcPts val="0"/>
              </a:spcBef>
              <a:spcAft>
                <a:spcPts val="0"/>
              </a:spcAft>
              <a:buNone/>
              <a:defRPr sz="2700">
                <a:latin typeface="Arimo"/>
                <a:ea typeface="Arimo"/>
                <a:cs typeface="Arimo"/>
                <a:sym typeface="Arimo"/>
              </a:defRPr>
            </a:lvl9pPr>
          </a:lstStyle>
          <a:p/>
        </p:txBody>
      </p:sp>
      <p:sp>
        <p:nvSpPr>
          <p:cNvPr id="582" name="Google Shape;582;p67"/>
          <p:cNvSpPr txBox="1"/>
          <p:nvPr>
            <p:ph idx="16" type="subTitle"/>
          </p:nvPr>
        </p:nvSpPr>
        <p:spPr>
          <a:xfrm>
            <a:off x="3596775" y="229200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583" name="Google Shape;583;p67"/>
          <p:cNvSpPr txBox="1"/>
          <p:nvPr>
            <p:ph idx="17" type="subTitle"/>
          </p:nvPr>
        </p:nvSpPr>
        <p:spPr>
          <a:xfrm>
            <a:off x="3596775" y="299735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584" name="Google Shape;584;p67"/>
          <p:cNvSpPr txBox="1"/>
          <p:nvPr>
            <p:ph idx="18" type="subTitle"/>
          </p:nvPr>
        </p:nvSpPr>
        <p:spPr>
          <a:xfrm>
            <a:off x="3596675" y="1934500"/>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585" name="Google Shape;585;p67"/>
          <p:cNvSpPr txBox="1"/>
          <p:nvPr>
            <p:ph idx="19" type="subTitle"/>
          </p:nvPr>
        </p:nvSpPr>
        <p:spPr>
          <a:xfrm>
            <a:off x="3596775" y="2618213"/>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586" name="Google Shape;586;p67"/>
          <p:cNvSpPr txBox="1"/>
          <p:nvPr>
            <p:ph idx="20" type="subTitle"/>
          </p:nvPr>
        </p:nvSpPr>
        <p:spPr>
          <a:xfrm>
            <a:off x="5297950" y="2885600"/>
            <a:ext cx="1350600" cy="288900"/>
          </a:xfrm>
          <a:prstGeom prst="rect">
            <a:avLst/>
          </a:prstGeom>
        </p:spPr>
        <p:txBody>
          <a:bodyPr anchorCtr="0" anchor="ctr" bIns="0" lIns="91425" spcFirstLastPara="1" rIns="91425" wrap="square" tIns="0">
            <a:noAutofit/>
          </a:bodyPr>
          <a:lstStyle>
            <a:lvl1pPr lvl="0" algn="ctr">
              <a:spcBef>
                <a:spcPts val="0"/>
              </a:spcBef>
              <a:spcAft>
                <a:spcPts val="0"/>
              </a:spcAft>
              <a:buNone/>
              <a:defRPr sz="1000" u="sng">
                <a:solidFill>
                  <a:schemeClr val="lt2"/>
                </a:solidFill>
              </a:defRPr>
            </a:lvl1pPr>
            <a:lvl2pPr lvl="1" algn="ctr">
              <a:spcBef>
                <a:spcPts val="0"/>
              </a:spcBef>
              <a:spcAft>
                <a:spcPts val="0"/>
              </a:spcAft>
              <a:buNone/>
              <a:defRPr sz="1000">
                <a:solidFill>
                  <a:schemeClr val="lt2"/>
                </a:solidFill>
                <a:latin typeface="Arimo"/>
                <a:ea typeface="Arimo"/>
                <a:cs typeface="Arimo"/>
                <a:sym typeface="Arimo"/>
              </a:defRPr>
            </a:lvl2pPr>
            <a:lvl3pPr lvl="2" algn="ctr">
              <a:spcBef>
                <a:spcPts val="0"/>
              </a:spcBef>
              <a:spcAft>
                <a:spcPts val="0"/>
              </a:spcAft>
              <a:buNone/>
              <a:defRPr sz="1000">
                <a:solidFill>
                  <a:schemeClr val="lt2"/>
                </a:solidFill>
                <a:latin typeface="Arimo"/>
                <a:ea typeface="Arimo"/>
                <a:cs typeface="Arimo"/>
                <a:sym typeface="Arimo"/>
              </a:defRPr>
            </a:lvl3pPr>
            <a:lvl4pPr lvl="3" algn="ctr">
              <a:spcBef>
                <a:spcPts val="0"/>
              </a:spcBef>
              <a:spcAft>
                <a:spcPts val="0"/>
              </a:spcAft>
              <a:buNone/>
              <a:defRPr sz="1000">
                <a:solidFill>
                  <a:schemeClr val="lt2"/>
                </a:solidFill>
                <a:latin typeface="Arimo"/>
                <a:ea typeface="Arimo"/>
                <a:cs typeface="Arimo"/>
                <a:sym typeface="Arimo"/>
              </a:defRPr>
            </a:lvl4pPr>
            <a:lvl5pPr lvl="4" algn="ctr">
              <a:spcBef>
                <a:spcPts val="0"/>
              </a:spcBef>
              <a:spcAft>
                <a:spcPts val="0"/>
              </a:spcAft>
              <a:buNone/>
              <a:defRPr sz="1000">
                <a:solidFill>
                  <a:schemeClr val="lt2"/>
                </a:solidFill>
                <a:latin typeface="Arimo"/>
                <a:ea typeface="Arimo"/>
                <a:cs typeface="Arimo"/>
                <a:sym typeface="Arimo"/>
              </a:defRPr>
            </a:lvl5pPr>
            <a:lvl6pPr lvl="5" algn="ctr">
              <a:spcBef>
                <a:spcPts val="0"/>
              </a:spcBef>
              <a:spcAft>
                <a:spcPts val="0"/>
              </a:spcAft>
              <a:buNone/>
              <a:defRPr sz="1000">
                <a:solidFill>
                  <a:schemeClr val="lt2"/>
                </a:solidFill>
                <a:latin typeface="Arimo"/>
                <a:ea typeface="Arimo"/>
                <a:cs typeface="Arimo"/>
                <a:sym typeface="Arimo"/>
              </a:defRPr>
            </a:lvl6pPr>
            <a:lvl7pPr lvl="6" algn="ctr">
              <a:spcBef>
                <a:spcPts val="0"/>
              </a:spcBef>
              <a:spcAft>
                <a:spcPts val="0"/>
              </a:spcAft>
              <a:buNone/>
              <a:defRPr sz="1000">
                <a:solidFill>
                  <a:schemeClr val="lt2"/>
                </a:solidFill>
                <a:latin typeface="Arimo"/>
                <a:ea typeface="Arimo"/>
                <a:cs typeface="Arimo"/>
                <a:sym typeface="Arimo"/>
              </a:defRPr>
            </a:lvl7pPr>
            <a:lvl8pPr lvl="7" algn="ctr">
              <a:spcBef>
                <a:spcPts val="0"/>
              </a:spcBef>
              <a:spcAft>
                <a:spcPts val="0"/>
              </a:spcAft>
              <a:buNone/>
              <a:defRPr sz="1000">
                <a:solidFill>
                  <a:schemeClr val="lt2"/>
                </a:solidFill>
                <a:latin typeface="Arimo"/>
                <a:ea typeface="Arimo"/>
                <a:cs typeface="Arimo"/>
                <a:sym typeface="Arimo"/>
              </a:defRPr>
            </a:lvl8pPr>
            <a:lvl9pPr lvl="8" algn="ctr">
              <a:spcBef>
                <a:spcPts val="0"/>
              </a:spcBef>
              <a:spcAft>
                <a:spcPts val="0"/>
              </a:spcAft>
              <a:buNone/>
              <a:defRPr sz="1000">
                <a:solidFill>
                  <a:schemeClr val="lt2"/>
                </a:solidFill>
                <a:latin typeface="Arimo"/>
                <a:ea typeface="Arimo"/>
                <a:cs typeface="Arimo"/>
                <a:sym typeface="Arimo"/>
              </a:defRPr>
            </a:lvl9pPr>
          </a:lstStyle>
          <a:p/>
        </p:txBody>
      </p:sp>
      <p:sp>
        <p:nvSpPr>
          <p:cNvPr id="587" name="Google Shape;587;p6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588" name="Google Shape;588;p67"/>
          <p:cNvSpPr txBox="1"/>
          <p:nvPr>
            <p:ph idx="21" type="subTitle"/>
          </p:nvPr>
        </p:nvSpPr>
        <p:spPr>
          <a:xfrm>
            <a:off x="5426775" y="2214775"/>
            <a:ext cx="1092900" cy="5667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sz="20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ith description">
  <p:cSld name="CUSTOM_19_1_1_1">
    <p:bg>
      <p:bgPr>
        <a:solidFill>
          <a:schemeClr val="accent5"/>
        </a:solidFill>
      </p:bgPr>
    </p:bg>
    <p:spTree>
      <p:nvGrpSpPr>
        <p:cNvPr id="589" name="Shape 589"/>
        <p:cNvGrpSpPr/>
        <p:nvPr/>
      </p:nvGrpSpPr>
      <p:grpSpPr>
        <a:xfrm>
          <a:off x="0" y="0"/>
          <a:ext cx="0" cy="0"/>
          <a:chOff x="0" y="0"/>
          <a:chExt cx="0" cy="0"/>
        </a:xfrm>
      </p:grpSpPr>
      <p:sp>
        <p:nvSpPr>
          <p:cNvPr id="590" name="Google Shape;590;p68"/>
          <p:cNvSpPr/>
          <p:nvPr>
            <p:ph idx="2" type="pic"/>
          </p:nvPr>
        </p:nvSpPr>
        <p:spPr>
          <a:xfrm>
            <a:off x="2021325" y="1854425"/>
            <a:ext cx="1679100" cy="3013800"/>
          </a:xfrm>
          <a:prstGeom prst="roundRect">
            <a:avLst>
              <a:gd fmla="val 13643" name="adj"/>
            </a:avLst>
          </a:prstGeom>
          <a:noFill/>
          <a:ln>
            <a:noFill/>
          </a:ln>
        </p:spPr>
      </p:sp>
      <p:sp>
        <p:nvSpPr>
          <p:cNvPr id="591" name="Google Shape;591;p68"/>
          <p:cNvSpPr/>
          <p:nvPr>
            <p:ph idx="3" type="pic"/>
          </p:nvPr>
        </p:nvSpPr>
        <p:spPr>
          <a:xfrm>
            <a:off x="5444400" y="1854425"/>
            <a:ext cx="1679100" cy="3013800"/>
          </a:xfrm>
          <a:prstGeom prst="roundRect">
            <a:avLst>
              <a:gd fmla="val 13643" name="adj"/>
            </a:avLst>
          </a:prstGeom>
          <a:noFill/>
          <a:ln>
            <a:noFill/>
          </a:ln>
        </p:spPr>
      </p:sp>
      <p:sp>
        <p:nvSpPr>
          <p:cNvPr id="592" name="Google Shape;592;p68"/>
          <p:cNvSpPr txBox="1"/>
          <p:nvPr>
            <p:ph idx="1" type="subTitle"/>
          </p:nvPr>
        </p:nvSpPr>
        <p:spPr>
          <a:xfrm>
            <a:off x="3700500"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593" name="Google Shape;593;p68"/>
          <p:cNvSpPr txBox="1"/>
          <p:nvPr>
            <p:ph idx="4" type="body"/>
          </p:nvPr>
        </p:nvSpPr>
        <p:spPr>
          <a:xfrm>
            <a:off x="3700500"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594" name="Google Shape;594;p68"/>
          <p:cNvSpPr txBox="1"/>
          <p:nvPr>
            <p:ph idx="5" type="subTitle"/>
          </p:nvPr>
        </p:nvSpPr>
        <p:spPr>
          <a:xfrm>
            <a:off x="7123575"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595" name="Google Shape;595;p68"/>
          <p:cNvSpPr txBox="1"/>
          <p:nvPr>
            <p:ph idx="6" type="body"/>
          </p:nvPr>
        </p:nvSpPr>
        <p:spPr>
          <a:xfrm>
            <a:off x="7123575"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596" name="Google Shape;596;p68"/>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597" name="Google Shape;597;p68"/>
          <p:cNvSpPr txBox="1"/>
          <p:nvPr>
            <p:ph idx="7"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598" name="Google Shape;598;p68"/>
          <p:cNvSpPr txBox="1"/>
          <p:nvPr>
            <p:ph idx="8"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599" name="Google Shape;599;p6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00" name="Shape 600"/>
        <p:cNvGrpSpPr/>
        <p:nvPr/>
      </p:nvGrpSpPr>
      <p:grpSpPr>
        <a:xfrm>
          <a:off x="0" y="0"/>
          <a:ext cx="0" cy="0"/>
          <a:chOff x="0" y="0"/>
          <a:chExt cx="0" cy="0"/>
        </a:xfrm>
      </p:grpSpPr>
      <p:sp>
        <p:nvSpPr>
          <p:cNvPr id="601" name="Google Shape;601;p69"/>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602" name="Google Shape;602;p69"/>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603" name="Shape 603"/>
        <p:cNvGrpSpPr/>
        <p:nvPr/>
      </p:nvGrpSpPr>
      <p:grpSpPr>
        <a:xfrm>
          <a:off x="0" y="0"/>
          <a:ext cx="0" cy="0"/>
          <a:chOff x="0" y="0"/>
          <a:chExt cx="0" cy="0"/>
        </a:xfrm>
      </p:grpSpPr>
      <p:sp>
        <p:nvSpPr>
          <p:cNvPr id="604" name="Google Shape;604;p70"/>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algn="ctr">
              <a:spcBef>
                <a:spcPts val="0"/>
              </a:spcBef>
              <a:spcAft>
                <a:spcPts val="0"/>
              </a:spcAft>
              <a:buSzPts val="3600"/>
              <a:buChar char="●"/>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605" name="Shape 605"/>
        <p:cNvGrpSpPr/>
        <p:nvPr/>
      </p:nvGrpSpPr>
      <p:grpSpPr>
        <a:xfrm>
          <a:off x="0" y="0"/>
          <a:ext cx="0" cy="0"/>
          <a:chOff x="0" y="0"/>
          <a:chExt cx="0" cy="0"/>
        </a:xfrm>
      </p:grpSpPr>
      <p:sp>
        <p:nvSpPr>
          <p:cNvPr id="606" name="Google Shape;606;p71"/>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607" name="Google Shape;607;p71"/>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608" name="Shape 608"/>
        <p:cNvGrpSpPr/>
        <p:nvPr/>
      </p:nvGrpSpPr>
      <p:grpSpPr>
        <a:xfrm>
          <a:off x="0" y="0"/>
          <a:ext cx="0" cy="0"/>
          <a:chOff x="0" y="0"/>
          <a:chExt cx="0" cy="0"/>
        </a:xfrm>
      </p:grpSpPr>
      <p:sp>
        <p:nvSpPr>
          <p:cNvPr id="609" name="Google Shape;609;p72"/>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610" name="Google Shape;610;p72"/>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11" name="Google Shape;611;p72"/>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12" name="Shape 612"/>
        <p:cNvGrpSpPr/>
        <p:nvPr/>
      </p:nvGrpSpPr>
      <p:grpSpPr>
        <a:xfrm>
          <a:off x="0" y="0"/>
          <a:ext cx="0" cy="0"/>
          <a:chOff x="0" y="0"/>
          <a:chExt cx="0" cy="0"/>
        </a:xfrm>
      </p:grpSpPr>
      <p:sp>
        <p:nvSpPr>
          <p:cNvPr id="613" name="Google Shape;613;p73"/>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614" name="Shape 614"/>
        <p:cNvGrpSpPr/>
        <p:nvPr/>
      </p:nvGrpSpPr>
      <p:grpSpPr>
        <a:xfrm>
          <a:off x="0" y="0"/>
          <a:ext cx="0" cy="0"/>
          <a:chOff x="0" y="0"/>
          <a:chExt cx="0" cy="0"/>
        </a:xfrm>
      </p:grpSpPr>
      <p:sp>
        <p:nvSpPr>
          <p:cNvPr id="615" name="Google Shape;615;p74"/>
          <p:cNvSpPr txBox="1"/>
          <p:nvPr>
            <p:ph type="title"/>
          </p:nvPr>
        </p:nvSpPr>
        <p:spPr>
          <a:xfrm>
            <a:off x="311700" y="555600"/>
            <a:ext cx="2808000" cy="755700"/>
          </a:xfrm>
          <a:prstGeom prst="rect">
            <a:avLst/>
          </a:prstGeom>
        </p:spPr>
        <p:txBody>
          <a:bodyPr anchorCtr="0" anchor="b" bIns="0" lIns="0" spcFirstLastPara="1" rIns="0"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616" name="Google Shape;616;p74"/>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617" name="Shape 617"/>
        <p:cNvGrpSpPr/>
        <p:nvPr/>
      </p:nvGrpSpPr>
      <p:grpSpPr>
        <a:xfrm>
          <a:off x="0" y="0"/>
          <a:ext cx="0" cy="0"/>
          <a:chOff x="0" y="0"/>
          <a:chExt cx="0" cy="0"/>
        </a:xfrm>
      </p:grpSpPr>
      <p:sp>
        <p:nvSpPr>
          <p:cNvPr id="618" name="Google Shape;618;p75"/>
          <p:cNvSpPr txBox="1"/>
          <p:nvPr>
            <p:ph type="title"/>
          </p:nvPr>
        </p:nvSpPr>
        <p:spPr>
          <a:xfrm>
            <a:off x="490250" y="450150"/>
            <a:ext cx="6367800" cy="4090800"/>
          </a:xfrm>
          <a:prstGeom prst="rect">
            <a:avLst/>
          </a:prstGeom>
        </p:spPr>
        <p:txBody>
          <a:bodyPr anchorCtr="0" anchor="ctr" bIns="0" lIns="0" spcFirstLastPara="1" rIns="0" wrap="square" tIns="0">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619" name="Shape 619"/>
        <p:cNvGrpSpPr/>
        <p:nvPr/>
      </p:nvGrpSpPr>
      <p:grpSpPr>
        <a:xfrm>
          <a:off x="0" y="0"/>
          <a:ext cx="0" cy="0"/>
          <a:chOff x="0" y="0"/>
          <a:chExt cx="0" cy="0"/>
        </a:xfrm>
      </p:grpSpPr>
      <p:sp>
        <p:nvSpPr>
          <p:cNvPr id="620" name="Google Shape;620;p76"/>
          <p:cNvSpPr txBox="1"/>
          <p:nvPr>
            <p:ph type="title"/>
          </p:nvPr>
        </p:nvSpPr>
        <p:spPr>
          <a:xfrm>
            <a:off x="265500" y="1233175"/>
            <a:ext cx="4045200" cy="1482300"/>
          </a:xfrm>
          <a:prstGeom prst="rect">
            <a:avLst/>
          </a:prstGeom>
        </p:spPr>
        <p:txBody>
          <a:bodyPr anchorCtr="0" anchor="b" bIns="0" lIns="0" spcFirstLastPara="1" rIns="0"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621" name="Google Shape;621;p76"/>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622" name="Google Shape;622;p76"/>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623" name="Shape 623"/>
        <p:cNvGrpSpPr/>
        <p:nvPr/>
      </p:nvGrpSpPr>
      <p:grpSpPr>
        <a:xfrm>
          <a:off x="0" y="0"/>
          <a:ext cx="0" cy="0"/>
          <a:chOff x="0" y="0"/>
          <a:chExt cx="0" cy="0"/>
        </a:xfrm>
      </p:grpSpPr>
      <p:sp>
        <p:nvSpPr>
          <p:cNvPr id="624" name="Google Shape;624;p77"/>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625" name="Shape 625"/>
        <p:cNvGrpSpPr/>
        <p:nvPr/>
      </p:nvGrpSpPr>
      <p:grpSpPr>
        <a:xfrm>
          <a:off x="0" y="0"/>
          <a:ext cx="0" cy="0"/>
          <a:chOff x="0" y="0"/>
          <a:chExt cx="0" cy="0"/>
        </a:xfrm>
      </p:grpSpPr>
      <p:sp>
        <p:nvSpPr>
          <p:cNvPr id="626" name="Google Shape;626;p78"/>
          <p:cNvSpPr txBox="1"/>
          <p:nvPr>
            <p:ph hasCustomPrompt="1" type="title"/>
          </p:nvPr>
        </p:nvSpPr>
        <p:spPr>
          <a:xfrm>
            <a:off x="311700" y="1106125"/>
            <a:ext cx="8520600" cy="1963500"/>
          </a:xfrm>
          <a:prstGeom prst="rect">
            <a:avLst/>
          </a:prstGeom>
        </p:spPr>
        <p:txBody>
          <a:bodyPr anchorCtr="0" anchor="b" bIns="0" lIns="0" spcFirstLastPara="1" rIns="0"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627" name="Google Shape;627;p78"/>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28" name="Shape 628"/>
        <p:cNvGrpSpPr/>
        <p:nvPr/>
      </p:nvGrpSpPr>
      <p:grpSpPr>
        <a:xfrm>
          <a:off x="0" y="0"/>
          <a:ext cx="0" cy="0"/>
          <a:chOff x="0" y="0"/>
          <a:chExt cx="0" cy="0"/>
        </a:xfrm>
      </p:grpSpPr>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629" name="Shape 629"/>
        <p:cNvGrpSpPr/>
        <p:nvPr/>
      </p:nvGrpSpPr>
      <p:grpSpPr>
        <a:xfrm>
          <a:off x="0" y="0"/>
          <a:ext cx="0" cy="0"/>
          <a:chOff x="0" y="0"/>
          <a:chExt cx="0" cy="0"/>
        </a:xfrm>
      </p:grpSpPr>
      <p:sp>
        <p:nvSpPr>
          <p:cNvPr id="630" name="Google Shape;630;p80"/>
          <p:cNvSpPr txBox="1"/>
          <p:nvPr>
            <p:ph type="title"/>
          </p:nvPr>
        </p:nvSpPr>
        <p:spPr>
          <a:xfrm>
            <a:off x="677325" y="1832775"/>
            <a:ext cx="3217200" cy="1484100"/>
          </a:xfrm>
          <a:prstGeom prst="rect">
            <a:avLst/>
          </a:prstGeom>
        </p:spPr>
        <p:txBody>
          <a:bodyPr anchorCtr="0" anchor="ctr" bIns="0" lIns="0" spcFirstLastPara="1" rIns="0"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1" name="Google Shape;631;p80"/>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2" name="Google Shape;632;p80"/>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3" name="Google Shape;633;p80"/>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4" name="Google Shape;634;p80"/>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5" name="Google Shape;635;p80"/>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6" name="Google Shape;636;p80"/>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637" name="Shape 637"/>
        <p:cNvGrpSpPr/>
        <p:nvPr/>
      </p:nvGrpSpPr>
      <p:grpSpPr>
        <a:xfrm>
          <a:off x="0" y="0"/>
          <a:ext cx="0" cy="0"/>
          <a:chOff x="0" y="0"/>
          <a:chExt cx="0" cy="0"/>
        </a:xfrm>
      </p:grpSpPr>
      <p:sp>
        <p:nvSpPr>
          <p:cNvPr id="638" name="Google Shape;638;p81"/>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639" name="Google Shape;639;p81"/>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40" name="Google Shape;640;p81"/>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641" name="Shape 641"/>
        <p:cNvGrpSpPr/>
        <p:nvPr/>
      </p:nvGrpSpPr>
      <p:grpSpPr>
        <a:xfrm>
          <a:off x="0" y="0"/>
          <a:ext cx="0" cy="0"/>
          <a:chOff x="0" y="0"/>
          <a:chExt cx="0" cy="0"/>
        </a:xfrm>
      </p:grpSpPr>
      <p:sp>
        <p:nvSpPr>
          <p:cNvPr id="642" name="Google Shape;642;p82"/>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643" name="Google Shape;643;p82"/>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44" name="Google Shape;644;p82"/>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45" name="Google Shape;645;p82"/>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46" name="Google Shape;646;p82"/>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647" name="Shape 647"/>
        <p:cNvGrpSpPr/>
        <p:nvPr/>
      </p:nvGrpSpPr>
      <p:grpSpPr>
        <a:xfrm>
          <a:off x="0" y="0"/>
          <a:ext cx="0" cy="0"/>
          <a:chOff x="0" y="0"/>
          <a:chExt cx="0" cy="0"/>
        </a:xfrm>
      </p:grpSpPr>
      <p:sp>
        <p:nvSpPr>
          <p:cNvPr id="648" name="Google Shape;648;p83"/>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49" name="Google Shape;649;p83"/>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50" name="Google Shape;650;p83"/>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651" name="Google Shape;651;p83"/>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52" name="Google Shape;652;p83"/>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53" name="Google Shape;653;p83"/>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54" name="Google Shape;654;p83"/>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655" name="Shape 655"/>
        <p:cNvGrpSpPr/>
        <p:nvPr/>
      </p:nvGrpSpPr>
      <p:grpSpPr>
        <a:xfrm>
          <a:off x="0" y="0"/>
          <a:ext cx="0" cy="0"/>
          <a:chOff x="0" y="0"/>
          <a:chExt cx="0" cy="0"/>
        </a:xfrm>
      </p:grpSpPr>
      <p:sp>
        <p:nvSpPr>
          <p:cNvPr id="656" name="Google Shape;656;p84"/>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57" name="Google Shape;657;p84"/>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58" name="Google Shape;658;p84"/>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59" name="Google Shape;659;p84"/>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60" name="Google Shape;660;p84"/>
          <p:cNvSpPr txBox="1"/>
          <p:nvPr>
            <p:ph type="title"/>
          </p:nvPr>
        </p:nvSpPr>
        <p:spPr>
          <a:xfrm>
            <a:off x="366750"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661" name="Google Shape;661;p84"/>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62" name="Google Shape;662;p84"/>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63" name="Google Shape;663;p84"/>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64" name="Google Shape;664;p84"/>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665" name="Shape 665"/>
        <p:cNvGrpSpPr/>
        <p:nvPr/>
      </p:nvGrpSpPr>
      <p:grpSpPr>
        <a:xfrm>
          <a:off x="0" y="0"/>
          <a:ext cx="0" cy="0"/>
          <a:chOff x="0" y="0"/>
          <a:chExt cx="0" cy="0"/>
        </a:xfrm>
      </p:grpSpPr>
      <p:sp>
        <p:nvSpPr>
          <p:cNvPr id="666" name="Google Shape;666;p8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667" name="Google Shape;667;p8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668" name="Shape 668"/>
        <p:cNvGrpSpPr/>
        <p:nvPr/>
      </p:nvGrpSpPr>
      <p:grpSpPr>
        <a:xfrm>
          <a:off x="0" y="0"/>
          <a:ext cx="0" cy="0"/>
          <a:chOff x="0" y="0"/>
          <a:chExt cx="0" cy="0"/>
        </a:xfrm>
      </p:grpSpPr>
      <p:sp>
        <p:nvSpPr>
          <p:cNvPr id="669" name="Google Shape;669;p86"/>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70" name="Google Shape;670;p86"/>
          <p:cNvSpPr/>
          <p:nvPr>
            <p:ph idx="2" type="pic"/>
          </p:nvPr>
        </p:nvSpPr>
        <p:spPr>
          <a:xfrm>
            <a:off x="4804825" y="1133300"/>
            <a:ext cx="4027500" cy="2392800"/>
          </a:xfrm>
          <a:prstGeom prst="rect">
            <a:avLst/>
          </a:prstGeom>
          <a:noFill/>
          <a:ln>
            <a:noFill/>
          </a:ln>
        </p:spPr>
      </p:sp>
      <p:sp>
        <p:nvSpPr>
          <p:cNvPr id="671" name="Google Shape;671;p86"/>
          <p:cNvSpPr/>
          <p:nvPr>
            <p:ph idx="3" type="pic"/>
          </p:nvPr>
        </p:nvSpPr>
        <p:spPr>
          <a:xfrm>
            <a:off x="311725" y="1133300"/>
            <a:ext cx="4027500" cy="2392800"/>
          </a:xfrm>
          <a:prstGeom prst="rect">
            <a:avLst/>
          </a:prstGeom>
          <a:noFill/>
          <a:ln>
            <a:noFill/>
          </a:ln>
        </p:spPr>
      </p:sp>
      <p:sp>
        <p:nvSpPr>
          <p:cNvPr id="672" name="Google Shape;672;p86"/>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73" name="Google Shape;673;p86"/>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674" name="Google Shape;674;p86"/>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75" name="Google Shape;675;p86"/>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676" name="Shape 676"/>
        <p:cNvGrpSpPr/>
        <p:nvPr/>
      </p:nvGrpSpPr>
      <p:grpSpPr>
        <a:xfrm>
          <a:off x="0" y="0"/>
          <a:ext cx="0" cy="0"/>
          <a:chOff x="0" y="0"/>
          <a:chExt cx="0" cy="0"/>
        </a:xfrm>
      </p:grpSpPr>
      <p:sp>
        <p:nvSpPr>
          <p:cNvPr id="677" name="Google Shape;677;p87"/>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78" name="Google Shape;678;p87"/>
          <p:cNvSpPr/>
          <p:nvPr>
            <p:ph idx="2" type="pic"/>
          </p:nvPr>
        </p:nvSpPr>
        <p:spPr>
          <a:xfrm>
            <a:off x="6205225" y="1128325"/>
            <a:ext cx="2627100" cy="2273100"/>
          </a:xfrm>
          <a:prstGeom prst="rect">
            <a:avLst/>
          </a:prstGeom>
          <a:noFill/>
          <a:ln>
            <a:noFill/>
          </a:ln>
        </p:spPr>
      </p:sp>
      <p:sp>
        <p:nvSpPr>
          <p:cNvPr id="679" name="Google Shape;679;p87"/>
          <p:cNvSpPr/>
          <p:nvPr>
            <p:ph idx="3" type="pic"/>
          </p:nvPr>
        </p:nvSpPr>
        <p:spPr>
          <a:xfrm>
            <a:off x="311725" y="1128325"/>
            <a:ext cx="2627100" cy="2273100"/>
          </a:xfrm>
          <a:prstGeom prst="rect">
            <a:avLst/>
          </a:prstGeom>
          <a:noFill/>
          <a:ln>
            <a:noFill/>
          </a:ln>
        </p:spPr>
      </p:sp>
      <p:sp>
        <p:nvSpPr>
          <p:cNvPr id="680" name="Google Shape;680;p87"/>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81" name="Google Shape;681;p87"/>
          <p:cNvSpPr/>
          <p:nvPr>
            <p:ph idx="5" type="pic"/>
          </p:nvPr>
        </p:nvSpPr>
        <p:spPr>
          <a:xfrm>
            <a:off x="3255250" y="1128325"/>
            <a:ext cx="2627100" cy="2273100"/>
          </a:xfrm>
          <a:prstGeom prst="rect">
            <a:avLst/>
          </a:prstGeom>
          <a:noFill/>
          <a:ln>
            <a:noFill/>
          </a:ln>
        </p:spPr>
      </p:sp>
      <p:sp>
        <p:nvSpPr>
          <p:cNvPr id="682" name="Google Shape;682;p87"/>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83" name="Google Shape;683;p8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684" name="Google Shape;684;p87"/>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85" name="Google Shape;685;p87"/>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86" name="Google Shape;686;p87"/>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687" name="Shape 687"/>
        <p:cNvGrpSpPr/>
        <p:nvPr/>
      </p:nvGrpSpPr>
      <p:grpSpPr>
        <a:xfrm>
          <a:off x="0" y="0"/>
          <a:ext cx="0" cy="0"/>
          <a:chOff x="0" y="0"/>
          <a:chExt cx="0" cy="0"/>
        </a:xfrm>
      </p:grpSpPr>
      <p:sp>
        <p:nvSpPr>
          <p:cNvPr id="688" name="Google Shape;688;p8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689" name="Shape 689"/>
        <p:cNvGrpSpPr/>
        <p:nvPr/>
      </p:nvGrpSpPr>
      <p:grpSpPr>
        <a:xfrm>
          <a:off x="0" y="0"/>
          <a:ext cx="0" cy="0"/>
          <a:chOff x="0" y="0"/>
          <a:chExt cx="0" cy="0"/>
        </a:xfrm>
      </p:grpSpPr>
      <p:sp>
        <p:nvSpPr>
          <p:cNvPr id="690" name="Google Shape;690;p89"/>
          <p:cNvSpPr/>
          <p:nvPr>
            <p:ph idx="2" type="pic"/>
          </p:nvPr>
        </p:nvSpPr>
        <p:spPr>
          <a:xfrm>
            <a:off x="3389600" y="118913"/>
            <a:ext cx="1643700" cy="1535100"/>
          </a:xfrm>
          <a:prstGeom prst="rect">
            <a:avLst/>
          </a:prstGeom>
          <a:noFill/>
          <a:ln>
            <a:noFill/>
          </a:ln>
        </p:spPr>
      </p:sp>
      <p:sp>
        <p:nvSpPr>
          <p:cNvPr id="691" name="Google Shape;691;p89"/>
          <p:cNvSpPr/>
          <p:nvPr>
            <p:ph idx="3" type="pic"/>
          </p:nvPr>
        </p:nvSpPr>
        <p:spPr>
          <a:xfrm>
            <a:off x="5195935" y="118913"/>
            <a:ext cx="1643700" cy="1535100"/>
          </a:xfrm>
          <a:prstGeom prst="rect">
            <a:avLst/>
          </a:prstGeom>
          <a:noFill/>
          <a:ln>
            <a:noFill/>
          </a:ln>
        </p:spPr>
      </p:sp>
      <p:sp>
        <p:nvSpPr>
          <p:cNvPr id="692" name="Google Shape;692;p89"/>
          <p:cNvSpPr/>
          <p:nvPr>
            <p:ph idx="4" type="pic"/>
          </p:nvPr>
        </p:nvSpPr>
        <p:spPr>
          <a:xfrm>
            <a:off x="7002270" y="118913"/>
            <a:ext cx="1643700" cy="1535100"/>
          </a:xfrm>
          <a:prstGeom prst="rect">
            <a:avLst/>
          </a:prstGeom>
          <a:noFill/>
          <a:ln>
            <a:noFill/>
          </a:ln>
        </p:spPr>
      </p:sp>
      <p:sp>
        <p:nvSpPr>
          <p:cNvPr id="693" name="Google Shape;693;p89"/>
          <p:cNvSpPr/>
          <p:nvPr>
            <p:ph idx="5" type="pic"/>
          </p:nvPr>
        </p:nvSpPr>
        <p:spPr>
          <a:xfrm>
            <a:off x="3389588" y="1804212"/>
            <a:ext cx="1643700" cy="1535100"/>
          </a:xfrm>
          <a:prstGeom prst="rect">
            <a:avLst/>
          </a:prstGeom>
          <a:noFill/>
          <a:ln>
            <a:noFill/>
          </a:ln>
        </p:spPr>
      </p:sp>
      <p:sp>
        <p:nvSpPr>
          <p:cNvPr id="694" name="Google Shape;694;p89"/>
          <p:cNvSpPr/>
          <p:nvPr>
            <p:ph idx="6" type="pic"/>
          </p:nvPr>
        </p:nvSpPr>
        <p:spPr>
          <a:xfrm>
            <a:off x="5195922" y="1804212"/>
            <a:ext cx="1643700" cy="1535100"/>
          </a:xfrm>
          <a:prstGeom prst="rect">
            <a:avLst/>
          </a:prstGeom>
          <a:noFill/>
          <a:ln>
            <a:noFill/>
          </a:ln>
        </p:spPr>
      </p:sp>
      <p:sp>
        <p:nvSpPr>
          <p:cNvPr id="695" name="Google Shape;695;p89"/>
          <p:cNvSpPr/>
          <p:nvPr>
            <p:ph idx="7" type="pic"/>
          </p:nvPr>
        </p:nvSpPr>
        <p:spPr>
          <a:xfrm>
            <a:off x="7002257" y="1804212"/>
            <a:ext cx="1643700" cy="1535100"/>
          </a:xfrm>
          <a:prstGeom prst="rect">
            <a:avLst/>
          </a:prstGeom>
          <a:noFill/>
          <a:ln>
            <a:noFill/>
          </a:ln>
        </p:spPr>
      </p:sp>
      <p:sp>
        <p:nvSpPr>
          <p:cNvPr id="696" name="Google Shape;696;p89"/>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697" name="Google Shape;697;p89"/>
          <p:cNvSpPr/>
          <p:nvPr>
            <p:ph idx="8" type="pic"/>
          </p:nvPr>
        </p:nvSpPr>
        <p:spPr>
          <a:xfrm>
            <a:off x="3389588" y="3489487"/>
            <a:ext cx="1643700" cy="1535100"/>
          </a:xfrm>
          <a:prstGeom prst="rect">
            <a:avLst/>
          </a:prstGeom>
          <a:noFill/>
          <a:ln>
            <a:noFill/>
          </a:ln>
        </p:spPr>
      </p:sp>
      <p:sp>
        <p:nvSpPr>
          <p:cNvPr id="698" name="Google Shape;698;p89"/>
          <p:cNvSpPr/>
          <p:nvPr>
            <p:ph idx="9" type="pic"/>
          </p:nvPr>
        </p:nvSpPr>
        <p:spPr>
          <a:xfrm>
            <a:off x="5195922" y="3489487"/>
            <a:ext cx="1643700" cy="1535100"/>
          </a:xfrm>
          <a:prstGeom prst="rect">
            <a:avLst/>
          </a:prstGeom>
          <a:noFill/>
          <a:ln>
            <a:noFill/>
          </a:ln>
        </p:spPr>
      </p:sp>
      <p:sp>
        <p:nvSpPr>
          <p:cNvPr id="699" name="Google Shape;699;p8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3.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5.xml"/><Relationship Id="rId20" Type="http://schemas.openxmlformats.org/officeDocument/2006/relationships/slideLayout" Target="../slideLayouts/slideLayout65.xml"/><Relationship Id="rId42" Type="http://schemas.openxmlformats.org/officeDocument/2006/relationships/slideLayout" Target="../slideLayouts/slideLayout87.xml"/><Relationship Id="rId41" Type="http://schemas.openxmlformats.org/officeDocument/2006/relationships/slideLayout" Target="../slideLayouts/slideLayout86.xml"/><Relationship Id="rId22" Type="http://schemas.openxmlformats.org/officeDocument/2006/relationships/slideLayout" Target="../slideLayouts/slideLayout67.xml"/><Relationship Id="rId21" Type="http://schemas.openxmlformats.org/officeDocument/2006/relationships/slideLayout" Target="../slideLayouts/slideLayout66.xml"/><Relationship Id="rId43" Type="http://schemas.openxmlformats.org/officeDocument/2006/relationships/theme" Target="../theme/theme2.xml"/><Relationship Id="rId24" Type="http://schemas.openxmlformats.org/officeDocument/2006/relationships/slideLayout" Target="../slideLayouts/slideLayout69.xml"/><Relationship Id="rId23" Type="http://schemas.openxmlformats.org/officeDocument/2006/relationships/slideLayout" Target="../slideLayouts/slideLayout68.xml"/><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9" Type="http://schemas.openxmlformats.org/officeDocument/2006/relationships/slideLayout" Target="../slideLayouts/slideLayout54.xml"/><Relationship Id="rId26" Type="http://schemas.openxmlformats.org/officeDocument/2006/relationships/slideLayout" Target="../slideLayouts/slideLayout71.xml"/><Relationship Id="rId25" Type="http://schemas.openxmlformats.org/officeDocument/2006/relationships/slideLayout" Target="../slideLayouts/slideLayout70.xml"/><Relationship Id="rId28" Type="http://schemas.openxmlformats.org/officeDocument/2006/relationships/slideLayout" Target="../slideLayouts/slideLayout73.xml"/><Relationship Id="rId27" Type="http://schemas.openxmlformats.org/officeDocument/2006/relationships/slideLayout" Target="../slideLayouts/slideLayout72.xml"/><Relationship Id="rId5" Type="http://schemas.openxmlformats.org/officeDocument/2006/relationships/slideLayout" Target="../slideLayouts/slideLayout50.xml"/><Relationship Id="rId6" Type="http://schemas.openxmlformats.org/officeDocument/2006/relationships/slideLayout" Target="../slideLayouts/slideLayout51.xml"/><Relationship Id="rId29" Type="http://schemas.openxmlformats.org/officeDocument/2006/relationships/slideLayout" Target="../slideLayouts/slideLayout74.xml"/><Relationship Id="rId7" Type="http://schemas.openxmlformats.org/officeDocument/2006/relationships/slideLayout" Target="../slideLayouts/slideLayout52.xml"/><Relationship Id="rId8" Type="http://schemas.openxmlformats.org/officeDocument/2006/relationships/slideLayout" Target="../slideLayouts/slideLayout53.xml"/><Relationship Id="rId31" Type="http://schemas.openxmlformats.org/officeDocument/2006/relationships/slideLayout" Target="../slideLayouts/slideLayout76.xml"/><Relationship Id="rId30" Type="http://schemas.openxmlformats.org/officeDocument/2006/relationships/slideLayout" Target="../slideLayouts/slideLayout75.xml"/><Relationship Id="rId11" Type="http://schemas.openxmlformats.org/officeDocument/2006/relationships/slideLayout" Target="../slideLayouts/slideLayout56.xml"/><Relationship Id="rId33" Type="http://schemas.openxmlformats.org/officeDocument/2006/relationships/slideLayout" Target="../slideLayouts/slideLayout78.xml"/><Relationship Id="rId10" Type="http://schemas.openxmlformats.org/officeDocument/2006/relationships/slideLayout" Target="../slideLayouts/slideLayout55.xml"/><Relationship Id="rId32" Type="http://schemas.openxmlformats.org/officeDocument/2006/relationships/slideLayout" Target="../slideLayouts/slideLayout77.xml"/><Relationship Id="rId13" Type="http://schemas.openxmlformats.org/officeDocument/2006/relationships/slideLayout" Target="../slideLayouts/slideLayout58.xml"/><Relationship Id="rId35" Type="http://schemas.openxmlformats.org/officeDocument/2006/relationships/slideLayout" Target="../slideLayouts/slideLayout80.xml"/><Relationship Id="rId12" Type="http://schemas.openxmlformats.org/officeDocument/2006/relationships/slideLayout" Target="../slideLayouts/slideLayout57.xml"/><Relationship Id="rId34" Type="http://schemas.openxmlformats.org/officeDocument/2006/relationships/slideLayout" Target="../slideLayouts/slideLayout79.xml"/><Relationship Id="rId15" Type="http://schemas.openxmlformats.org/officeDocument/2006/relationships/slideLayout" Target="../slideLayouts/slideLayout60.xml"/><Relationship Id="rId37" Type="http://schemas.openxmlformats.org/officeDocument/2006/relationships/slideLayout" Target="../slideLayouts/slideLayout82.xml"/><Relationship Id="rId14" Type="http://schemas.openxmlformats.org/officeDocument/2006/relationships/slideLayout" Target="../slideLayouts/slideLayout59.xml"/><Relationship Id="rId36" Type="http://schemas.openxmlformats.org/officeDocument/2006/relationships/slideLayout" Target="../slideLayouts/slideLayout81.xml"/><Relationship Id="rId17" Type="http://schemas.openxmlformats.org/officeDocument/2006/relationships/slideLayout" Target="../slideLayouts/slideLayout62.xml"/><Relationship Id="rId39" Type="http://schemas.openxmlformats.org/officeDocument/2006/relationships/slideLayout" Target="../slideLayouts/slideLayout84.xml"/><Relationship Id="rId16" Type="http://schemas.openxmlformats.org/officeDocument/2006/relationships/slideLayout" Target="../slideLayouts/slideLayout61.xml"/><Relationship Id="rId38" Type="http://schemas.openxmlformats.org/officeDocument/2006/relationships/slideLayout" Target="../slideLayouts/slideLayout83.xml"/><Relationship Id="rId19" Type="http://schemas.openxmlformats.org/officeDocument/2006/relationships/slideLayout" Target="../slideLayouts/slideLayout64.xml"/><Relationship Id="rId18"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8" name="Google Shape;8;p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0" name="Google Shape;10;p1"/>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1" name="Google Shape;11;p1"/>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2" name="Google Shape;12;p1"/>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357" name="Shape 357"/>
        <p:cNvGrpSpPr/>
        <p:nvPr/>
      </p:nvGrpSpPr>
      <p:grpSpPr>
        <a:xfrm>
          <a:off x="0" y="0"/>
          <a:ext cx="0" cy="0"/>
          <a:chOff x="0" y="0"/>
          <a:chExt cx="0" cy="0"/>
        </a:xfrm>
      </p:grpSpPr>
      <p:sp>
        <p:nvSpPr>
          <p:cNvPr id="358" name="Google Shape;358;p47"/>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latin typeface="Arimo"/>
                <a:ea typeface="Arimo"/>
                <a:cs typeface="Arimo"/>
                <a:sym typeface="Arimo"/>
              </a:defRPr>
            </a:lvl1pPr>
            <a:lvl2pPr lvl="1">
              <a:lnSpc>
                <a:spcPct val="115000"/>
              </a:lnSpc>
              <a:spcBef>
                <a:spcPts val="0"/>
              </a:spcBef>
              <a:spcAft>
                <a:spcPts val="0"/>
              </a:spcAft>
              <a:buNone/>
              <a:defRPr sz="3600">
                <a:solidFill>
                  <a:schemeClr val="dk1"/>
                </a:solidFill>
                <a:latin typeface="Arimo"/>
                <a:ea typeface="Arimo"/>
                <a:cs typeface="Arimo"/>
                <a:sym typeface="Arimo"/>
              </a:defRPr>
            </a:lvl2pPr>
            <a:lvl3pPr lvl="2">
              <a:lnSpc>
                <a:spcPct val="115000"/>
              </a:lnSpc>
              <a:spcBef>
                <a:spcPts val="0"/>
              </a:spcBef>
              <a:spcAft>
                <a:spcPts val="0"/>
              </a:spcAft>
              <a:buNone/>
              <a:defRPr sz="3600">
                <a:solidFill>
                  <a:schemeClr val="dk1"/>
                </a:solidFill>
                <a:latin typeface="Arimo"/>
                <a:ea typeface="Arimo"/>
                <a:cs typeface="Arimo"/>
                <a:sym typeface="Arimo"/>
              </a:defRPr>
            </a:lvl3pPr>
            <a:lvl4pPr lvl="3">
              <a:lnSpc>
                <a:spcPct val="115000"/>
              </a:lnSpc>
              <a:spcBef>
                <a:spcPts val="0"/>
              </a:spcBef>
              <a:spcAft>
                <a:spcPts val="0"/>
              </a:spcAft>
              <a:buNone/>
              <a:defRPr sz="3600">
                <a:solidFill>
                  <a:schemeClr val="dk1"/>
                </a:solidFill>
                <a:latin typeface="Arimo"/>
                <a:ea typeface="Arimo"/>
                <a:cs typeface="Arimo"/>
                <a:sym typeface="Arimo"/>
              </a:defRPr>
            </a:lvl4pPr>
            <a:lvl5pPr lvl="4">
              <a:lnSpc>
                <a:spcPct val="115000"/>
              </a:lnSpc>
              <a:spcBef>
                <a:spcPts val="0"/>
              </a:spcBef>
              <a:spcAft>
                <a:spcPts val="0"/>
              </a:spcAft>
              <a:buNone/>
              <a:defRPr sz="3600">
                <a:solidFill>
                  <a:schemeClr val="dk1"/>
                </a:solidFill>
                <a:latin typeface="Arimo"/>
                <a:ea typeface="Arimo"/>
                <a:cs typeface="Arimo"/>
                <a:sym typeface="Arimo"/>
              </a:defRPr>
            </a:lvl5pPr>
            <a:lvl6pPr lvl="5">
              <a:lnSpc>
                <a:spcPct val="115000"/>
              </a:lnSpc>
              <a:spcBef>
                <a:spcPts val="0"/>
              </a:spcBef>
              <a:spcAft>
                <a:spcPts val="0"/>
              </a:spcAft>
              <a:buNone/>
              <a:defRPr sz="3600">
                <a:solidFill>
                  <a:schemeClr val="dk1"/>
                </a:solidFill>
                <a:latin typeface="Arimo"/>
                <a:ea typeface="Arimo"/>
                <a:cs typeface="Arimo"/>
                <a:sym typeface="Arimo"/>
              </a:defRPr>
            </a:lvl6pPr>
            <a:lvl7pPr lvl="6">
              <a:lnSpc>
                <a:spcPct val="115000"/>
              </a:lnSpc>
              <a:spcBef>
                <a:spcPts val="0"/>
              </a:spcBef>
              <a:spcAft>
                <a:spcPts val="0"/>
              </a:spcAft>
              <a:buNone/>
              <a:defRPr sz="3600">
                <a:solidFill>
                  <a:schemeClr val="dk1"/>
                </a:solidFill>
                <a:latin typeface="Arimo"/>
                <a:ea typeface="Arimo"/>
                <a:cs typeface="Arimo"/>
                <a:sym typeface="Arimo"/>
              </a:defRPr>
            </a:lvl7pPr>
            <a:lvl8pPr lvl="7">
              <a:lnSpc>
                <a:spcPct val="115000"/>
              </a:lnSpc>
              <a:spcBef>
                <a:spcPts val="0"/>
              </a:spcBef>
              <a:spcAft>
                <a:spcPts val="0"/>
              </a:spcAft>
              <a:buNone/>
              <a:defRPr sz="3600">
                <a:solidFill>
                  <a:schemeClr val="dk1"/>
                </a:solidFill>
                <a:latin typeface="Arimo"/>
                <a:ea typeface="Arimo"/>
                <a:cs typeface="Arimo"/>
                <a:sym typeface="Arimo"/>
              </a:defRPr>
            </a:lvl8pPr>
            <a:lvl9pPr lvl="8">
              <a:lnSpc>
                <a:spcPct val="115000"/>
              </a:lnSpc>
              <a:spcBef>
                <a:spcPts val="0"/>
              </a:spcBef>
              <a:spcAft>
                <a:spcPts val="0"/>
              </a:spcAft>
              <a:buNone/>
              <a:defRPr sz="3600">
                <a:solidFill>
                  <a:schemeClr val="dk1"/>
                </a:solidFill>
                <a:latin typeface="Arimo"/>
                <a:ea typeface="Arimo"/>
                <a:cs typeface="Arimo"/>
                <a:sym typeface="Arimo"/>
              </a:defRPr>
            </a:lvl9pPr>
          </a:lstStyle>
          <a:p/>
        </p:txBody>
      </p:sp>
      <p:sp>
        <p:nvSpPr>
          <p:cNvPr id="359" name="Google Shape;359;p47"/>
          <p:cNvSpPr txBox="1"/>
          <p:nvPr>
            <p:ph idx="1" type="body"/>
          </p:nvPr>
        </p:nvSpPr>
        <p:spPr>
          <a:xfrm>
            <a:off x="284850" y="2001325"/>
            <a:ext cx="4088100" cy="24402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indent="-304800" lvl="1" marL="914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indent="-304800" lvl="2" marL="1371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indent="-304800" lvl="3" marL="1828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indent="-304800" lvl="4" marL="22860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indent="-304800" lvl="5" marL="2743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indent="-304800" lvl="6" marL="3200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indent="-304800" lvl="7" marL="3657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indent="-304800" lvl="8" marL="4114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folHlink="folHlink" hlink="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 id="2147483727" r:id="rId35"/>
    <p:sldLayoutId id="2147483728" r:id="rId36"/>
    <p:sldLayoutId id="2147483729" r:id="rId37"/>
    <p:sldLayoutId id="2147483730" r:id="rId38"/>
    <p:sldLayoutId id="2147483731" r:id="rId39"/>
    <p:sldLayoutId id="2147483732" r:id="rId40"/>
    <p:sldLayoutId id="2147483733" r:id="rId41"/>
    <p:sldLayoutId id="2147483734" r:id="rId4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75">
          <p15:clr>
            <a:srgbClr val="E46962"/>
          </p15:clr>
        </p15:guide>
        <p15:guide id="2" orient="horz" pos="3061">
          <p15:clr>
            <a:srgbClr val="E46962"/>
          </p15:clr>
        </p15:guide>
        <p15:guide id="3" orient="horz" pos="175">
          <p15:clr>
            <a:srgbClr val="E46962"/>
          </p15:clr>
        </p15:guide>
        <p15:guide id="4" pos="5585">
          <p15:clr>
            <a:srgbClr val="E46962"/>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5.jpg"/><Relationship Id="rId7"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90"/>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A Spring Boot REST API for managing coffee products and stock.</a:t>
            </a:r>
            <a:endParaRPr/>
          </a:p>
          <a:p>
            <a:pPr indent="0" lvl="0" marL="0" rtl="0" algn="l">
              <a:spcBef>
                <a:spcPts val="0"/>
              </a:spcBef>
              <a:spcAft>
                <a:spcPts val="0"/>
              </a:spcAft>
              <a:buClr>
                <a:schemeClr val="lt1"/>
              </a:buClr>
              <a:buSzPts val="1100"/>
              <a:buNone/>
            </a:pPr>
            <a:r>
              <a:t/>
            </a:r>
            <a:endParaRPr/>
          </a:p>
          <a:p>
            <a:pPr indent="0" lvl="0" marL="0" rtl="0" algn="l">
              <a:spcBef>
                <a:spcPts val="0"/>
              </a:spcBef>
              <a:spcAft>
                <a:spcPts val="0"/>
              </a:spcAft>
              <a:buClr>
                <a:schemeClr val="lt1"/>
              </a:buClr>
              <a:buSzPts val="1100"/>
              <a:buNone/>
            </a:pPr>
            <a:r>
              <a:rPr lang="en"/>
              <a:t>Team: Jade Evans, Andrina Nisbet, Ameenah Riffin, Caroline Karanja, Kerene Ndundu</a:t>
            </a:r>
            <a:endParaRPr/>
          </a:p>
        </p:txBody>
      </p:sp>
      <p:sp>
        <p:nvSpPr>
          <p:cNvPr id="705" name="Google Shape;705;p90"/>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Group 2 Project	</a:t>
            </a:r>
            <a:endParaRPr/>
          </a:p>
        </p:txBody>
      </p:sp>
      <p:sp>
        <p:nvSpPr>
          <p:cNvPr id="706" name="Google Shape;706;p90"/>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Java Masters+ Summer 2026</a:t>
            </a:r>
            <a:endParaRPr/>
          </a:p>
        </p:txBody>
      </p:sp>
      <p:sp>
        <p:nvSpPr>
          <p:cNvPr id="707" name="Google Shape;707;p90"/>
          <p:cNvSpPr txBox="1"/>
          <p:nvPr>
            <p:ph type="title"/>
          </p:nvPr>
        </p:nvSpPr>
        <p:spPr>
          <a:xfrm>
            <a:off x="795525" y="2323100"/>
            <a:ext cx="4838100" cy="1453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Coffee Store</a:t>
            </a:r>
            <a:endParaRPr/>
          </a:p>
          <a:p>
            <a:pPr indent="0" lvl="0" marL="0" rtl="0" algn="l">
              <a:spcBef>
                <a:spcPts val="0"/>
              </a:spcBef>
              <a:spcAft>
                <a:spcPts val="0"/>
              </a:spcAft>
              <a:buNone/>
            </a:pPr>
            <a:r>
              <a:rPr lang="en"/>
              <a:t>REST API</a:t>
            </a:r>
            <a:endParaRPr/>
          </a:p>
        </p:txBody>
      </p:sp>
      <p:pic>
        <p:nvPicPr>
          <p:cNvPr descr="Coffee beans. Coffee cup full of coffee beans. Toned image (Provided by Getty Images)" id="708" name="Google Shape;708;p90"/>
          <p:cNvPicPr preferRelativeResize="0"/>
          <p:nvPr/>
        </p:nvPicPr>
        <p:blipFill>
          <a:blip r:embed="rId3">
            <a:alphaModFix/>
          </a:blip>
          <a:stretch>
            <a:fillRect/>
          </a:stretch>
        </p:blipFill>
        <p:spPr>
          <a:xfrm>
            <a:off x="5218175" y="1762875"/>
            <a:ext cx="3205576" cy="21365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pic>
        <p:nvPicPr>
          <p:cNvPr id="713" name="Google Shape;713;p91"/>
          <p:cNvPicPr preferRelativeResize="0"/>
          <p:nvPr/>
        </p:nvPicPr>
        <p:blipFill rotWithShape="1">
          <a:blip r:embed="rId3">
            <a:alphaModFix amt="10000"/>
          </a:blip>
          <a:srcRect b="19825" l="1070" r="80231" t="14705"/>
          <a:stretch/>
        </p:blipFill>
        <p:spPr>
          <a:xfrm>
            <a:off x="280800" y="1743975"/>
            <a:ext cx="1949700" cy="3039900"/>
          </a:xfrm>
          <a:prstGeom prst="roundRect">
            <a:avLst>
              <a:gd fmla="val 9898" name="adj"/>
            </a:avLst>
          </a:prstGeom>
          <a:noFill/>
          <a:ln>
            <a:noFill/>
          </a:ln>
        </p:spPr>
      </p:pic>
      <p:pic>
        <p:nvPicPr>
          <p:cNvPr id="714" name="Google Shape;714;p91"/>
          <p:cNvPicPr preferRelativeResize="0"/>
          <p:nvPr/>
        </p:nvPicPr>
        <p:blipFill rotWithShape="1">
          <a:blip r:embed="rId3">
            <a:alphaModFix amt="10000"/>
          </a:blip>
          <a:srcRect b="19825" l="1070" r="80231" t="14705"/>
          <a:stretch/>
        </p:blipFill>
        <p:spPr>
          <a:xfrm>
            <a:off x="2439427" y="1743975"/>
            <a:ext cx="1949700" cy="3039900"/>
          </a:xfrm>
          <a:prstGeom prst="roundRect">
            <a:avLst>
              <a:gd fmla="val 9898" name="adj"/>
            </a:avLst>
          </a:prstGeom>
          <a:noFill/>
          <a:ln>
            <a:noFill/>
          </a:ln>
        </p:spPr>
      </p:pic>
      <p:pic>
        <p:nvPicPr>
          <p:cNvPr id="715" name="Google Shape;715;p91"/>
          <p:cNvPicPr preferRelativeResize="0"/>
          <p:nvPr/>
        </p:nvPicPr>
        <p:blipFill rotWithShape="1">
          <a:blip r:embed="rId3">
            <a:alphaModFix amt="10000"/>
          </a:blip>
          <a:srcRect b="19825" l="1070" r="80231" t="14705"/>
          <a:stretch/>
        </p:blipFill>
        <p:spPr>
          <a:xfrm>
            <a:off x="4598050" y="1726700"/>
            <a:ext cx="1949700" cy="3039900"/>
          </a:xfrm>
          <a:prstGeom prst="roundRect">
            <a:avLst>
              <a:gd fmla="val 9898" name="adj"/>
            </a:avLst>
          </a:prstGeom>
          <a:noFill/>
          <a:ln>
            <a:noFill/>
          </a:ln>
        </p:spPr>
      </p:pic>
      <p:sp>
        <p:nvSpPr>
          <p:cNvPr id="716" name="Google Shape;716;p91"/>
          <p:cNvSpPr/>
          <p:nvPr/>
        </p:nvSpPr>
        <p:spPr>
          <a:xfrm>
            <a:off x="446761"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717" name="Google Shape;717;p91"/>
          <p:cNvSpPr/>
          <p:nvPr/>
        </p:nvSpPr>
        <p:spPr>
          <a:xfrm>
            <a:off x="491620"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1</a:t>
            </a:r>
            <a:endParaRPr sz="1800">
              <a:solidFill>
                <a:schemeClr val="dk1"/>
              </a:solidFill>
              <a:latin typeface="Arimo"/>
              <a:ea typeface="Arimo"/>
              <a:cs typeface="Arimo"/>
              <a:sym typeface="Arimo"/>
            </a:endParaRPr>
          </a:p>
        </p:txBody>
      </p:sp>
      <p:grpSp>
        <p:nvGrpSpPr>
          <p:cNvPr id="718" name="Google Shape;718;p91"/>
          <p:cNvGrpSpPr/>
          <p:nvPr/>
        </p:nvGrpSpPr>
        <p:grpSpPr>
          <a:xfrm>
            <a:off x="2616963" y="1919375"/>
            <a:ext cx="514500" cy="514500"/>
            <a:chOff x="2196150" y="1919375"/>
            <a:chExt cx="514500" cy="514500"/>
          </a:xfrm>
        </p:grpSpPr>
        <p:sp>
          <p:nvSpPr>
            <p:cNvPr id="719" name="Google Shape;719;p91"/>
            <p:cNvSpPr/>
            <p:nvPr/>
          </p:nvSpPr>
          <p:spPr>
            <a:xfrm>
              <a:off x="219615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sp>
          <p:nvSpPr>
            <p:cNvPr id="720" name="Google Shape;720;p91"/>
            <p:cNvSpPr/>
            <p:nvPr/>
          </p:nvSpPr>
          <p:spPr>
            <a:xfrm>
              <a:off x="224100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2</a:t>
              </a:r>
              <a:endParaRPr sz="1800">
                <a:solidFill>
                  <a:schemeClr val="dk1"/>
                </a:solidFill>
                <a:latin typeface="Arimo"/>
                <a:ea typeface="Arimo"/>
                <a:cs typeface="Arimo"/>
                <a:sym typeface="Arimo"/>
              </a:endParaRPr>
            </a:p>
          </p:txBody>
        </p:sp>
      </p:grpSp>
      <p:grpSp>
        <p:nvGrpSpPr>
          <p:cNvPr id="721" name="Google Shape;721;p91"/>
          <p:cNvGrpSpPr/>
          <p:nvPr/>
        </p:nvGrpSpPr>
        <p:grpSpPr>
          <a:xfrm>
            <a:off x="4778450" y="1902100"/>
            <a:ext cx="514500" cy="514500"/>
            <a:chOff x="3936800" y="1919375"/>
            <a:chExt cx="514500" cy="514500"/>
          </a:xfrm>
        </p:grpSpPr>
        <p:sp>
          <p:nvSpPr>
            <p:cNvPr id="722" name="Google Shape;722;p91"/>
            <p:cNvSpPr/>
            <p:nvPr/>
          </p:nvSpPr>
          <p:spPr>
            <a:xfrm>
              <a:off x="393680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723" name="Google Shape;723;p91"/>
            <p:cNvSpPr/>
            <p:nvPr/>
          </p:nvSpPr>
          <p:spPr>
            <a:xfrm>
              <a:off x="398165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3</a:t>
              </a:r>
              <a:endParaRPr sz="1800">
                <a:solidFill>
                  <a:schemeClr val="dk1"/>
                </a:solidFill>
                <a:latin typeface="Arimo"/>
                <a:ea typeface="Arimo"/>
                <a:cs typeface="Arimo"/>
                <a:sym typeface="Arimo"/>
              </a:endParaRPr>
            </a:p>
          </p:txBody>
        </p:sp>
      </p:grpSp>
      <p:sp>
        <p:nvSpPr>
          <p:cNvPr id="724" name="Google Shape;724;p91"/>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What does our </a:t>
            </a:r>
            <a:r>
              <a:rPr lang="en"/>
              <a:t>application</a:t>
            </a:r>
            <a:r>
              <a:rPr lang="en"/>
              <a:t> do?</a:t>
            </a:r>
            <a:endParaRPr/>
          </a:p>
        </p:txBody>
      </p:sp>
      <p:sp>
        <p:nvSpPr>
          <p:cNvPr id="725" name="Google Shape;725;p91"/>
          <p:cNvSpPr txBox="1"/>
          <p:nvPr>
            <p:ph idx="1" type="subTitle"/>
          </p:nvPr>
        </p:nvSpPr>
        <p:spPr>
          <a:xfrm>
            <a:off x="421311"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Coffee Products</a:t>
            </a:r>
            <a:endParaRPr/>
          </a:p>
        </p:txBody>
      </p:sp>
      <p:sp>
        <p:nvSpPr>
          <p:cNvPr id="726" name="Google Shape;726;p91"/>
          <p:cNvSpPr txBox="1"/>
          <p:nvPr>
            <p:ph idx="2" type="subTitle"/>
          </p:nvPr>
        </p:nvSpPr>
        <p:spPr>
          <a:xfrm>
            <a:off x="2588138"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Stock Management</a:t>
            </a:r>
            <a:endParaRPr/>
          </a:p>
        </p:txBody>
      </p:sp>
      <p:sp>
        <p:nvSpPr>
          <p:cNvPr id="727" name="Google Shape;727;p91"/>
          <p:cNvSpPr txBox="1"/>
          <p:nvPr>
            <p:ph idx="3" type="subTitle"/>
          </p:nvPr>
        </p:nvSpPr>
        <p:spPr>
          <a:xfrm>
            <a:off x="4747120" y="2891125"/>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Database</a:t>
            </a:r>
            <a:endParaRPr/>
          </a:p>
        </p:txBody>
      </p:sp>
      <p:sp>
        <p:nvSpPr>
          <p:cNvPr id="728" name="Google Shape;728;p91"/>
          <p:cNvSpPr txBox="1"/>
          <p:nvPr>
            <p:ph idx="6" type="body"/>
          </p:nvPr>
        </p:nvSpPr>
        <p:spPr>
          <a:xfrm>
            <a:off x="421297" y="3433000"/>
            <a:ext cx="1630200" cy="8772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en"/>
              <a:t>View products</a:t>
            </a:r>
            <a:endParaRPr/>
          </a:p>
          <a:p>
            <a:pPr indent="-304800" lvl="0" marL="457200" rtl="0" algn="l">
              <a:spcBef>
                <a:spcPts val="0"/>
              </a:spcBef>
              <a:spcAft>
                <a:spcPts val="0"/>
              </a:spcAft>
              <a:buSzPts val="1200"/>
              <a:buChar char="●"/>
            </a:pPr>
            <a:r>
              <a:rPr lang="en"/>
              <a:t>Add new products</a:t>
            </a:r>
            <a:endParaRPr/>
          </a:p>
          <a:p>
            <a:pPr indent="-304800" lvl="0" marL="457200" rtl="0" algn="l">
              <a:spcBef>
                <a:spcPts val="0"/>
              </a:spcBef>
              <a:spcAft>
                <a:spcPts val="0"/>
              </a:spcAft>
              <a:buSzPts val="1200"/>
              <a:buChar char="●"/>
            </a:pPr>
            <a:r>
              <a:rPr lang="en"/>
              <a:t>Store product details</a:t>
            </a:r>
            <a:endParaRPr/>
          </a:p>
        </p:txBody>
      </p:sp>
      <p:sp>
        <p:nvSpPr>
          <p:cNvPr id="729" name="Google Shape;729;p91"/>
          <p:cNvSpPr txBox="1"/>
          <p:nvPr>
            <p:ph idx="7" type="body"/>
          </p:nvPr>
        </p:nvSpPr>
        <p:spPr>
          <a:xfrm>
            <a:off x="2588153" y="3433000"/>
            <a:ext cx="1630200" cy="11544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en"/>
              <a:t>Set stock quantities</a:t>
            </a:r>
            <a:endParaRPr/>
          </a:p>
          <a:p>
            <a:pPr indent="-304800" lvl="0" marL="457200" rtl="0" algn="l">
              <a:spcBef>
                <a:spcPts val="0"/>
              </a:spcBef>
              <a:spcAft>
                <a:spcPts val="0"/>
              </a:spcAft>
              <a:buSzPts val="1200"/>
              <a:buChar char="●"/>
            </a:pPr>
            <a:r>
              <a:rPr lang="en"/>
              <a:t>Increase/decrease stock</a:t>
            </a:r>
            <a:endParaRPr/>
          </a:p>
          <a:p>
            <a:pPr indent="-304800" lvl="0" marL="457200" rtl="0" algn="l">
              <a:spcBef>
                <a:spcPts val="0"/>
              </a:spcBef>
              <a:spcAft>
                <a:spcPts val="0"/>
              </a:spcAft>
              <a:buSzPts val="1200"/>
              <a:buChar char="●"/>
            </a:pPr>
            <a:r>
              <a:rPr lang="en"/>
              <a:t>Validate stock changes</a:t>
            </a:r>
            <a:endParaRPr/>
          </a:p>
        </p:txBody>
      </p:sp>
      <p:sp>
        <p:nvSpPr>
          <p:cNvPr id="730" name="Google Shape;730;p91"/>
          <p:cNvSpPr txBox="1"/>
          <p:nvPr>
            <p:ph idx="8" type="body"/>
          </p:nvPr>
        </p:nvSpPr>
        <p:spPr>
          <a:xfrm>
            <a:off x="4744950" y="3415725"/>
            <a:ext cx="1630200" cy="9696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en"/>
              <a:t>Products stored in MySQL</a:t>
            </a:r>
            <a:endParaRPr/>
          </a:p>
          <a:p>
            <a:pPr indent="-304800" lvl="0" marL="457200" rtl="0" algn="l">
              <a:spcBef>
                <a:spcPts val="0"/>
              </a:spcBef>
              <a:spcAft>
                <a:spcPts val="0"/>
              </a:spcAft>
              <a:buSzPts val="1200"/>
              <a:buChar char="●"/>
            </a:pPr>
            <a:r>
              <a:rPr lang="en"/>
              <a:t>Data accessed through Spring Data JPA</a:t>
            </a:r>
            <a:endParaRPr/>
          </a:p>
        </p:txBody>
      </p:sp>
      <p:sp>
        <p:nvSpPr>
          <p:cNvPr id="731" name="Google Shape;731;p91"/>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Group 2 Project</a:t>
            </a:r>
            <a:endParaRPr/>
          </a:p>
        </p:txBody>
      </p:sp>
      <p:sp>
        <p:nvSpPr>
          <p:cNvPr id="732" name="Google Shape;732;p91"/>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92"/>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38" name="Google Shape;738;p92"/>
          <p:cNvSpPr txBox="1"/>
          <p:nvPr>
            <p:ph idx="4294967295" type="title"/>
          </p:nvPr>
        </p:nvSpPr>
        <p:spPr>
          <a:xfrm>
            <a:off x="555000" y="793300"/>
            <a:ext cx="85890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t>How we built it</a:t>
            </a:r>
            <a:endParaRPr sz="3000"/>
          </a:p>
        </p:txBody>
      </p:sp>
      <p:pic>
        <p:nvPicPr>
          <p:cNvPr id="739" name="Google Shape;739;p92" title="Screenshot 2026-08-13 at 19.12.22.png"/>
          <p:cNvPicPr preferRelativeResize="0"/>
          <p:nvPr/>
        </p:nvPicPr>
        <p:blipFill rotWithShape="1">
          <a:blip r:embed="rId3">
            <a:alphaModFix/>
          </a:blip>
          <a:srcRect b="0" l="0" r="0" t="0"/>
          <a:stretch/>
        </p:blipFill>
        <p:spPr>
          <a:xfrm>
            <a:off x="393724" y="1474700"/>
            <a:ext cx="4848650" cy="2812050"/>
          </a:xfrm>
          <a:prstGeom prst="rect">
            <a:avLst/>
          </a:prstGeom>
          <a:noFill/>
          <a:ln>
            <a:noFill/>
          </a:ln>
        </p:spPr>
      </p:pic>
      <p:pic>
        <p:nvPicPr>
          <p:cNvPr id="740" name="Google Shape;740;p92" title="Screenshot 2026-08-13 at 19.15.01.png"/>
          <p:cNvPicPr preferRelativeResize="0"/>
          <p:nvPr/>
        </p:nvPicPr>
        <p:blipFill>
          <a:blip r:embed="rId4">
            <a:alphaModFix/>
          </a:blip>
          <a:stretch>
            <a:fillRect/>
          </a:stretch>
        </p:blipFill>
        <p:spPr>
          <a:xfrm>
            <a:off x="5394775" y="941250"/>
            <a:ext cx="3344875" cy="36562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93"/>
          <p:cNvSpPr/>
          <p:nvPr/>
        </p:nvSpPr>
        <p:spPr>
          <a:xfrm>
            <a:off x="3764325" y="738900"/>
            <a:ext cx="3606000" cy="38232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746" name="Google Shape;746;p93"/>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p>
            <a:pPr indent="0" lvl="0" marL="0" rtl="0" algn="l">
              <a:spcBef>
                <a:spcPts val="0"/>
              </a:spcBef>
              <a:spcAft>
                <a:spcPts val="0"/>
              </a:spcAft>
              <a:buNone/>
            </a:pPr>
            <a:r>
              <a:rPr lang="en"/>
              <a:t>Example: Stock Management</a:t>
            </a:r>
            <a:endParaRPr/>
          </a:p>
        </p:txBody>
      </p:sp>
      <p:sp>
        <p:nvSpPr>
          <p:cNvPr id="747" name="Google Shape;747;p93"/>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p>
            <a:pPr indent="0" lvl="0" marL="0" rtl="0" algn="l">
              <a:spcBef>
                <a:spcPts val="0"/>
              </a:spcBef>
              <a:spcAft>
                <a:spcPts val="0"/>
              </a:spcAft>
              <a:buClr>
                <a:schemeClr val="lt1"/>
              </a:buClr>
              <a:buSzPts val="1100"/>
              <a:buNone/>
            </a:pPr>
            <a:r>
              <a:rPr lang="en"/>
              <a:t>Our API provides two ways to manage product stock</a:t>
            </a:r>
            <a:endParaRPr/>
          </a:p>
        </p:txBody>
      </p:sp>
      <p:cxnSp>
        <p:nvCxnSpPr>
          <p:cNvPr id="748" name="Google Shape;748;p93"/>
          <p:cNvCxnSpPr/>
          <p:nvPr/>
        </p:nvCxnSpPr>
        <p:spPr>
          <a:xfrm rot="10800000">
            <a:off x="2248800" y="3261500"/>
            <a:ext cx="1520400" cy="8400"/>
          </a:xfrm>
          <a:prstGeom prst="straightConnector1">
            <a:avLst/>
          </a:prstGeom>
          <a:noFill/>
          <a:ln cap="flat" cmpd="sng" w="9525">
            <a:solidFill>
              <a:schemeClr val="dk1"/>
            </a:solidFill>
            <a:prstDash val="solid"/>
            <a:round/>
            <a:headEnd len="med" w="med" type="none"/>
            <a:tailEnd len="med" w="med" type="oval"/>
          </a:ln>
        </p:spPr>
      </p:cxnSp>
      <p:sp>
        <p:nvSpPr>
          <p:cNvPr id="749" name="Google Shape;749;p9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Group 2 Project</a:t>
            </a:r>
            <a:endParaRPr/>
          </a:p>
        </p:txBody>
      </p:sp>
      <p:sp>
        <p:nvSpPr>
          <p:cNvPr id="750" name="Google Shape;750;p93"/>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descr="Scooping coffee beans from bin at coffeehouse (Provided by Getty Images)" id="751" name="Google Shape;751;p93"/>
          <p:cNvPicPr preferRelativeResize="0"/>
          <p:nvPr/>
        </p:nvPicPr>
        <p:blipFill>
          <a:blip r:embed="rId3">
            <a:alphaModFix/>
          </a:blip>
          <a:stretch>
            <a:fillRect/>
          </a:stretch>
        </p:blipFill>
        <p:spPr>
          <a:xfrm>
            <a:off x="7600500" y="1123826"/>
            <a:ext cx="1323223" cy="882600"/>
          </a:xfrm>
          <a:prstGeom prst="rect">
            <a:avLst/>
          </a:prstGeom>
          <a:noFill/>
          <a:ln>
            <a:noFill/>
          </a:ln>
        </p:spPr>
      </p:pic>
      <p:sp>
        <p:nvSpPr>
          <p:cNvPr id="752" name="Google Shape;752;p93"/>
          <p:cNvSpPr txBox="1"/>
          <p:nvPr/>
        </p:nvSpPr>
        <p:spPr>
          <a:xfrm>
            <a:off x="3906275" y="918225"/>
            <a:ext cx="2712300" cy="32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100">
                <a:solidFill>
                  <a:schemeClr val="lt1"/>
                </a:solidFill>
                <a:latin typeface="Arimo"/>
                <a:ea typeface="Arimo"/>
                <a:cs typeface="Arimo"/>
                <a:sym typeface="Arimo"/>
              </a:rPr>
              <a:t>Set stock to a specific quantity (20):</a:t>
            </a:r>
            <a:endParaRPr sz="900">
              <a:solidFill>
                <a:schemeClr val="dk1"/>
              </a:solidFill>
              <a:latin typeface="Arimo"/>
              <a:ea typeface="Arimo"/>
              <a:cs typeface="Arimo"/>
              <a:sym typeface="Arimo"/>
            </a:endParaRPr>
          </a:p>
        </p:txBody>
      </p:sp>
      <p:sp>
        <p:nvSpPr>
          <p:cNvPr id="753" name="Google Shape;753;p93"/>
          <p:cNvSpPr txBox="1"/>
          <p:nvPr/>
        </p:nvSpPr>
        <p:spPr>
          <a:xfrm>
            <a:off x="3866400" y="2741925"/>
            <a:ext cx="2301300" cy="32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Arimo"/>
                <a:ea typeface="Arimo"/>
                <a:cs typeface="Arimo"/>
                <a:sym typeface="Arimo"/>
              </a:rPr>
              <a:t>Adjust existing stock</a:t>
            </a:r>
            <a:r>
              <a:rPr lang="en" sz="1100">
                <a:solidFill>
                  <a:schemeClr val="lt1"/>
                </a:solidFill>
                <a:latin typeface="Arimo"/>
                <a:ea typeface="Arimo"/>
                <a:cs typeface="Arimo"/>
                <a:sym typeface="Arimo"/>
              </a:rPr>
              <a:t>:</a:t>
            </a:r>
            <a:endParaRPr sz="900">
              <a:solidFill>
                <a:schemeClr val="dk1"/>
              </a:solidFill>
              <a:latin typeface="Arimo"/>
              <a:ea typeface="Arimo"/>
              <a:cs typeface="Arimo"/>
              <a:sym typeface="Arimo"/>
            </a:endParaRPr>
          </a:p>
        </p:txBody>
      </p:sp>
      <p:pic>
        <p:nvPicPr>
          <p:cNvPr id="754" name="Google Shape;754;p93" title="Screenshot 2026-08-06 at 10.09.56.png"/>
          <p:cNvPicPr preferRelativeResize="0"/>
          <p:nvPr/>
        </p:nvPicPr>
        <p:blipFill>
          <a:blip r:embed="rId4">
            <a:alphaModFix/>
          </a:blip>
          <a:stretch>
            <a:fillRect/>
          </a:stretch>
        </p:blipFill>
        <p:spPr>
          <a:xfrm>
            <a:off x="3947618" y="1268975"/>
            <a:ext cx="3320631" cy="934225"/>
          </a:xfrm>
          <a:prstGeom prst="rect">
            <a:avLst/>
          </a:prstGeom>
          <a:noFill/>
          <a:ln>
            <a:noFill/>
          </a:ln>
        </p:spPr>
      </p:pic>
      <p:pic>
        <p:nvPicPr>
          <p:cNvPr id="755" name="Google Shape;755;p93" title="Screenshot 2026-08-06 at 10.11.28.png"/>
          <p:cNvPicPr preferRelativeResize="0"/>
          <p:nvPr/>
        </p:nvPicPr>
        <p:blipFill>
          <a:blip r:embed="rId5">
            <a:alphaModFix/>
          </a:blip>
          <a:stretch>
            <a:fillRect/>
          </a:stretch>
        </p:blipFill>
        <p:spPr>
          <a:xfrm>
            <a:off x="3947625" y="3170556"/>
            <a:ext cx="3320624" cy="911919"/>
          </a:xfrm>
          <a:prstGeom prst="rect">
            <a:avLst/>
          </a:prstGeom>
          <a:noFill/>
          <a:ln>
            <a:noFill/>
          </a:ln>
        </p:spPr>
      </p:pic>
      <p:pic>
        <p:nvPicPr>
          <p:cNvPr descr="Still life of samples of coffee (Provided by Getty Images)" id="756" name="Google Shape;756;p93"/>
          <p:cNvPicPr preferRelativeResize="0"/>
          <p:nvPr/>
        </p:nvPicPr>
        <p:blipFill>
          <a:blip r:embed="rId6">
            <a:alphaModFix/>
          </a:blip>
          <a:stretch>
            <a:fillRect/>
          </a:stretch>
        </p:blipFill>
        <p:spPr>
          <a:xfrm>
            <a:off x="7600500" y="2208894"/>
            <a:ext cx="1323223" cy="883219"/>
          </a:xfrm>
          <a:prstGeom prst="rect">
            <a:avLst/>
          </a:prstGeom>
          <a:noFill/>
          <a:ln>
            <a:noFill/>
          </a:ln>
        </p:spPr>
      </p:pic>
      <p:pic>
        <p:nvPicPr>
          <p:cNvPr descr="Worker making notes for preparing beverage (Provided by Getty Images)" id="757" name="Google Shape;757;p93"/>
          <p:cNvPicPr preferRelativeResize="0"/>
          <p:nvPr/>
        </p:nvPicPr>
        <p:blipFill>
          <a:blip r:embed="rId7">
            <a:alphaModFix/>
          </a:blip>
          <a:stretch>
            <a:fillRect/>
          </a:stretch>
        </p:blipFill>
        <p:spPr>
          <a:xfrm>
            <a:off x="7600500" y="3294575"/>
            <a:ext cx="1323223" cy="883239"/>
          </a:xfrm>
          <a:prstGeom prst="rect">
            <a:avLst/>
          </a:prstGeom>
          <a:noFill/>
          <a:ln>
            <a:noFill/>
          </a:ln>
        </p:spPr>
      </p:pic>
      <p:sp>
        <p:nvSpPr>
          <p:cNvPr id="758" name="Google Shape;758;p93"/>
          <p:cNvSpPr txBox="1"/>
          <p:nvPr/>
        </p:nvSpPr>
        <p:spPr>
          <a:xfrm>
            <a:off x="3866400" y="2305725"/>
            <a:ext cx="248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Arimo"/>
                <a:ea typeface="Arimo"/>
                <a:cs typeface="Arimo"/>
                <a:sym typeface="Arimo"/>
              </a:rPr>
              <a:t>PUT /products/stock/1?quantity=20</a:t>
            </a:r>
            <a:endParaRPr sz="700">
              <a:solidFill>
                <a:schemeClr val="dk1"/>
              </a:solidFill>
              <a:latin typeface="Arimo"/>
              <a:ea typeface="Arimo"/>
              <a:cs typeface="Arimo"/>
              <a:sym typeface="Arimo"/>
            </a:endParaRPr>
          </a:p>
          <a:p>
            <a:pPr indent="-273050" lvl="0" marL="371475" rtl="0" algn="l">
              <a:spcBef>
                <a:spcPts val="0"/>
              </a:spcBef>
              <a:spcAft>
                <a:spcPts val="0"/>
              </a:spcAft>
              <a:buClr>
                <a:schemeClr val="dk1"/>
              </a:buClr>
              <a:buSzPts val="700"/>
              <a:buFont typeface="Arimo"/>
              <a:buChar char="-"/>
            </a:pPr>
            <a:r>
              <a:rPr lang="en" sz="700">
                <a:solidFill>
                  <a:schemeClr val="dk1"/>
                </a:solidFill>
                <a:latin typeface="Arimo"/>
                <a:ea typeface="Arimo"/>
                <a:cs typeface="Arimo"/>
                <a:sym typeface="Arimo"/>
              </a:rPr>
              <a:t>Sets the </a:t>
            </a:r>
            <a:r>
              <a:rPr lang="en" sz="700">
                <a:solidFill>
                  <a:schemeClr val="dk1"/>
                </a:solidFill>
                <a:latin typeface="Arimo"/>
                <a:ea typeface="Arimo"/>
                <a:cs typeface="Arimo"/>
                <a:sym typeface="Arimo"/>
              </a:rPr>
              <a:t>products stock to 20</a:t>
            </a:r>
            <a:endParaRPr sz="700">
              <a:solidFill>
                <a:schemeClr val="dk1"/>
              </a:solidFill>
              <a:latin typeface="Arimo"/>
              <a:ea typeface="Arimo"/>
              <a:cs typeface="Arimo"/>
              <a:sym typeface="Arimo"/>
            </a:endParaRPr>
          </a:p>
        </p:txBody>
      </p:sp>
      <p:cxnSp>
        <p:nvCxnSpPr>
          <p:cNvPr id="759" name="Google Shape;759;p93"/>
          <p:cNvCxnSpPr>
            <a:endCxn id="745" idx="3"/>
          </p:cNvCxnSpPr>
          <p:nvPr/>
        </p:nvCxnSpPr>
        <p:spPr>
          <a:xfrm>
            <a:off x="3764325" y="2650500"/>
            <a:ext cx="3606000" cy="0"/>
          </a:xfrm>
          <a:prstGeom prst="straightConnector1">
            <a:avLst/>
          </a:prstGeom>
          <a:noFill/>
          <a:ln cap="flat" cmpd="sng" w="9525">
            <a:solidFill>
              <a:schemeClr val="dk2"/>
            </a:solidFill>
            <a:prstDash val="solid"/>
            <a:round/>
            <a:headEnd len="med" w="med" type="none"/>
            <a:tailEnd len="med" w="med" type="none"/>
          </a:ln>
        </p:spPr>
      </p:cxnSp>
      <p:sp>
        <p:nvSpPr>
          <p:cNvPr id="760" name="Google Shape;760;p93"/>
          <p:cNvSpPr txBox="1"/>
          <p:nvPr/>
        </p:nvSpPr>
        <p:spPr>
          <a:xfrm>
            <a:off x="3940475" y="4127350"/>
            <a:ext cx="248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1"/>
                </a:solidFill>
                <a:latin typeface="Arimo"/>
                <a:ea typeface="Arimo"/>
                <a:cs typeface="Arimo"/>
                <a:sym typeface="Arimo"/>
              </a:rPr>
              <a:t>PUT /products/adjustStock/1?amount=-5</a:t>
            </a:r>
            <a:endParaRPr sz="700">
              <a:solidFill>
                <a:schemeClr val="dk1"/>
              </a:solidFill>
              <a:latin typeface="Arimo"/>
              <a:ea typeface="Arimo"/>
              <a:cs typeface="Arimo"/>
              <a:sym typeface="Arimo"/>
            </a:endParaRPr>
          </a:p>
          <a:p>
            <a:pPr indent="-273050" lvl="0" marL="285750" rtl="0" algn="l">
              <a:spcBef>
                <a:spcPts val="0"/>
              </a:spcBef>
              <a:spcAft>
                <a:spcPts val="0"/>
              </a:spcAft>
              <a:buClr>
                <a:schemeClr val="dk1"/>
              </a:buClr>
              <a:buSzPts val="700"/>
              <a:buFont typeface="Arimo"/>
              <a:buChar char="-"/>
            </a:pPr>
            <a:r>
              <a:rPr lang="en" sz="700">
                <a:solidFill>
                  <a:schemeClr val="dk1"/>
                </a:solidFill>
                <a:latin typeface="Arimo"/>
                <a:ea typeface="Arimo"/>
                <a:cs typeface="Arimo"/>
                <a:sym typeface="Arimo"/>
              </a:rPr>
              <a:t>Reduces the existing stock by 5</a:t>
            </a:r>
            <a:endParaRPr sz="700">
              <a:solidFill>
                <a:schemeClr val="dk1"/>
              </a:solidFill>
              <a:latin typeface="Arimo"/>
              <a:ea typeface="Arimo"/>
              <a:cs typeface="Arimo"/>
              <a:sym typeface="Arim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pic>
        <p:nvPicPr>
          <p:cNvPr descr="Coffee beans. Coffee cup full of coffee beans. Toned image (Provided by Getty Images)" id="765" name="Google Shape;765;p94"/>
          <p:cNvPicPr preferRelativeResize="0"/>
          <p:nvPr/>
        </p:nvPicPr>
        <p:blipFill>
          <a:blip r:embed="rId3">
            <a:alphaModFix amt="17000"/>
          </a:blip>
          <a:stretch>
            <a:fillRect/>
          </a:stretch>
        </p:blipFill>
        <p:spPr>
          <a:xfrm>
            <a:off x="0" y="-1090800"/>
            <a:ext cx="9353697" cy="6234300"/>
          </a:xfrm>
          <a:prstGeom prst="rect">
            <a:avLst/>
          </a:prstGeom>
          <a:noFill/>
          <a:ln>
            <a:noFill/>
          </a:ln>
        </p:spPr>
      </p:pic>
      <p:sp>
        <p:nvSpPr>
          <p:cNvPr id="766" name="Google Shape;766;p94"/>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Teamwork and Next Steps</a:t>
            </a:r>
            <a:endParaRPr/>
          </a:p>
          <a:p>
            <a:pPr indent="0" lvl="0" marL="0" rtl="0" algn="l">
              <a:spcBef>
                <a:spcPts val="0"/>
              </a:spcBef>
              <a:spcAft>
                <a:spcPts val="0"/>
              </a:spcAft>
              <a:buNone/>
            </a:pPr>
            <a:r>
              <a:t/>
            </a:r>
            <a:endParaRPr/>
          </a:p>
        </p:txBody>
      </p:sp>
      <p:grpSp>
        <p:nvGrpSpPr>
          <p:cNvPr id="767" name="Google Shape;767;p94"/>
          <p:cNvGrpSpPr/>
          <p:nvPr/>
        </p:nvGrpSpPr>
        <p:grpSpPr>
          <a:xfrm>
            <a:off x="496725" y="1544573"/>
            <a:ext cx="359400" cy="359400"/>
            <a:chOff x="496725" y="1544573"/>
            <a:chExt cx="359400" cy="359400"/>
          </a:xfrm>
        </p:grpSpPr>
        <p:sp>
          <p:nvSpPr>
            <p:cNvPr id="768" name="Google Shape;768;p94"/>
            <p:cNvSpPr/>
            <p:nvPr/>
          </p:nvSpPr>
          <p:spPr>
            <a:xfrm>
              <a:off x="496725" y="1544573"/>
              <a:ext cx="359400" cy="3594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lt1"/>
                </a:solidFill>
                <a:latin typeface="Arimo"/>
                <a:ea typeface="Arimo"/>
                <a:cs typeface="Arimo"/>
                <a:sym typeface="Arimo"/>
              </a:endParaRPr>
            </a:p>
          </p:txBody>
        </p:sp>
        <p:sp>
          <p:nvSpPr>
            <p:cNvPr id="769" name="Google Shape;769;p94"/>
            <p:cNvSpPr/>
            <p:nvPr/>
          </p:nvSpPr>
          <p:spPr>
            <a:xfrm>
              <a:off x="528053" y="1575900"/>
              <a:ext cx="296700" cy="2967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dk1"/>
                  </a:solidFill>
                  <a:latin typeface="Arimo"/>
                  <a:ea typeface="Arimo"/>
                  <a:cs typeface="Arimo"/>
                  <a:sym typeface="Arimo"/>
                </a:rPr>
                <a:t>1</a:t>
              </a:r>
              <a:endParaRPr sz="1200">
                <a:solidFill>
                  <a:schemeClr val="dk1"/>
                </a:solidFill>
                <a:latin typeface="Arimo"/>
                <a:ea typeface="Arimo"/>
                <a:cs typeface="Arimo"/>
                <a:sym typeface="Arimo"/>
              </a:endParaRPr>
            </a:p>
          </p:txBody>
        </p:sp>
      </p:grpSp>
      <p:grpSp>
        <p:nvGrpSpPr>
          <p:cNvPr id="770" name="Google Shape;770;p94"/>
          <p:cNvGrpSpPr/>
          <p:nvPr/>
        </p:nvGrpSpPr>
        <p:grpSpPr>
          <a:xfrm>
            <a:off x="3295900" y="1570950"/>
            <a:ext cx="359400" cy="359400"/>
            <a:chOff x="2901075" y="1544573"/>
            <a:chExt cx="359400" cy="359400"/>
          </a:xfrm>
        </p:grpSpPr>
        <p:sp>
          <p:nvSpPr>
            <p:cNvPr id="771" name="Google Shape;771;p94"/>
            <p:cNvSpPr/>
            <p:nvPr/>
          </p:nvSpPr>
          <p:spPr>
            <a:xfrm>
              <a:off x="2901075" y="1544573"/>
              <a:ext cx="359400" cy="3594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lt1"/>
                </a:solidFill>
                <a:latin typeface="Arimo"/>
                <a:ea typeface="Arimo"/>
                <a:cs typeface="Arimo"/>
                <a:sym typeface="Arimo"/>
              </a:endParaRPr>
            </a:p>
          </p:txBody>
        </p:sp>
        <p:sp>
          <p:nvSpPr>
            <p:cNvPr id="772" name="Google Shape;772;p94"/>
            <p:cNvSpPr/>
            <p:nvPr/>
          </p:nvSpPr>
          <p:spPr>
            <a:xfrm>
              <a:off x="2932403" y="1575900"/>
              <a:ext cx="296700" cy="2967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dk1"/>
                  </a:solidFill>
                  <a:latin typeface="Arimo"/>
                  <a:ea typeface="Arimo"/>
                  <a:cs typeface="Arimo"/>
                  <a:sym typeface="Arimo"/>
                </a:rPr>
                <a:t>2</a:t>
              </a:r>
              <a:endParaRPr sz="1200">
                <a:solidFill>
                  <a:schemeClr val="dk1"/>
                </a:solidFill>
                <a:latin typeface="Arimo"/>
                <a:ea typeface="Arimo"/>
                <a:cs typeface="Arimo"/>
                <a:sym typeface="Arimo"/>
              </a:endParaRPr>
            </a:p>
          </p:txBody>
        </p:sp>
      </p:grpSp>
      <p:grpSp>
        <p:nvGrpSpPr>
          <p:cNvPr id="773" name="Google Shape;773;p94"/>
          <p:cNvGrpSpPr/>
          <p:nvPr/>
        </p:nvGrpSpPr>
        <p:grpSpPr>
          <a:xfrm>
            <a:off x="496725" y="2935598"/>
            <a:ext cx="359400" cy="359400"/>
            <a:chOff x="496725" y="2935598"/>
            <a:chExt cx="359400" cy="359400"/>
          </a:xfrm>
        </p:grpSpPr>
        <p:sp>
          <p:nvSpPr>
            <p:cNvPr id="774" name="Google Shape;774;p94"/>
            <p:cNvSpPr/>
            <p:nvPr/>
          </p:nvSpPr>
          <p:spPr>
            <a:xfrm>
              <a:off x="496725" y="2935598"/>
              <a:ext cx="359400" cy="3594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lt1"/>
                </a:solidFill>
                <a:latin typeface="Arimo"/>
                <a:ea typeface="Arimo"/>
                <a:cs typeface="Arimo"/>
                <a:sym typeface="Arimo"/>
              </a:endParaRPr>
            </a:p>
          </p:txBody>
        </p:sp>
        <p:sp>
          <p:nvSpPr>
            <p:cNvPr id="775" name="Google Shape;775;p94"/>
            <p:cNvSpPr/>
            <p:nvPr/>
          </p:nvSpPr>
          <p:spPr>
            <a:xfrm>
              <a:off x="528053" y="2966925"/>
              <a:ext cx="296700" cy="2967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dk1"/>
                  </a:solidFill>
                  <a:latin typeface="Arimo"/>
                  <a:ea typeface="Arimo"/>
                  <a:cs typeface="Arimo"/>
                  <a:sym typeface="Arimo"/>
                </a:rPr>
                <a:t>3</a:t>
              </a:r>
              <a:endParaRPr sz="1200">
                <a:solidFill>
                  <a:schemeClr val="dk1"/>
                </a:solidFill>
                <a:latin typeface="Arimo"/>
                <a:ea typeface="Arimo"/>
                <a:cs typeface="Arimo"/>
                <a:sym typeface="Arimo"/>
              </a:endParaRPr>
            </a:p>
          </p:txBody>
        </p:sp>
      </p:grpSp>
      <p:grpSp>
        <p:nvGrpSpPr>
          <p:cNvPr id="776" name="Google Shape;776;p94"/>
          <p:cNvGrpSpPr/>
          <p:nvPr/>
        </p:nvGrpSpPr>
        <p:grpSpPr>
          <a:xfrm>
            <a:off x="3295900" y="2920598"/>
            <a:ext cx="359400" cy="359400"/>
            <a:chOff x="3874475" y="2935598"/>
            <a:chExt cx="359400" cy="359400"/>
          </a:xfrm>
        </p:grpSpPr>
        <p:sp>
          <p:nvSpPr>
            <p:cNvPr id="777" name="Google Shape;777;p94"/>
            <p:cNvSpPr/>
            <p:nvPr/>
          </p:nvSpPr>
          <p:spPr>
            <a:xfrm>
              <a:off x="3874475" y="2935598"/>
              <a:ext cx="359400" cy="3594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lt1"/>
                </a:solidFill>
                <a:latin typeface="Arimo"/>
                <a:ea typeface="Arimo"/>
                <a:cs typeface="Arimo"/>
                <a:sym typeface="Arimo"/>
              </a:endParaRPr>
            </a:p>
          </p:txBody>
        </p:sp>
        <p:sp>
          <p:nvSpPr>
            <p:cNvPr id="778" name="Google Shape;778;p94"/>
            <p:cNvSpPr/>
            <p:nvPr/>
          </p:nvSpPr>
          <p:spPr>
            <a:xfrm>
              <a:off x="3905828" y="2966950"/>
              <a:ext cx="296700" cy="2967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dk1"/>
                  </a:solidFill>
                  <a:latin typeface="Arimo"/>
                  <a:ea typeface="Arimo"/>
                  <a:cs typeface="Arimo"/>
                  <a:sym typeface="Arimo"/>
                </a:rPr>
                <a:t>4</a:t>
              </a:r>
              <a:endParaRPr sz="1200">
                <a:solidFill>
                  <a:schemeClr val="dk1"/>
                </a:solidFill>
                <a:latin typeface="Arimo"/>
                <a:ea typeface="Arimo"/>
                <a:cs typeface="Arimo"/>
                <a:sym typeface="Arimo"/>
              </a:endParaRPr>
            </a:p>
          </p:txBody>
        </p:sp>
      </p:grpSp>
      <p:sp>
        <p:nvSpPr>
          <p:cNvPr id="779" name="Google Shape;779;p94"/>
          <p:cNvSpPr txBox="1"/>
          <p:nvPr>
            <p:ph idx="16"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Group 2 Project</a:t>
            </a:r>
            <a:endParaRPr/>
          </a:p>
        </p:txBody>
      </p:sp>
      <p:sp>
        <p:nvSpPr>
          <p:cNvPr id="780" name="Google Shape;780;p94"/>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81" name="Google Shape;781;p94"/>
          <p:cNvSpPr txBox="1"/>
          <p:nvPr/>
        </p:nvSpPr>
        <p:spPr>
          <a:xfrm>
            <a:off x="941850" y="1274876"/>
            <a:ext cx="2621400" cy="1326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300">
                <a:solidFill>
                  <a:schemeClr val="dk1"/>
                </a:solidFill>
                <a:latin typeface="Arimo"/>
                <a:ea typeface="Arimo"/>
                <a:cs typeface="Arimo"/>
                <a:sym typeface="Arimo"/>
              </a:rPr>
              <a:t>Collaborative Development</a:t>
            </a:r>
            <a:endParaRPr sz="1300">
              <a:solidFill>
                <a:schemeClr val="dk1"/>
              </a:solidFill>
              <a:latin typeface="Arimo"/>
              <a:ea typeface="Arimo"/>
              <a:cs typeface="Arimo"/>
              <a:sym typeface="Arimo"/>
            </a:endParaRPr>
          </a:p>
          <a:p>
            <a:pPr indent="-285750" lvl="0" marL="285750" rtl="0" algn="l">
              <a:lnSpc>
                <a:spcPct val="115000"/>
              </a:lnSpc>
              <a:spcBef>
                <a:spcPts val="800"/>
              </a:spcBef>
              <a:spcAft>
                <a:spcPts val="0"/>
              </a:spcAft>
              <a:buClr>
                <a:schemeClr val="dk1"/>
              </a:buClr>
              <a:buSzPts val="900"/>
              <a:buFont typeface="Arimo"/>
              <a:buChar char="●"/>
            </a:pPr>
            <a:r>
              <a:rPr lang="en" sz="900">
                <a:solidFill>
                  <a:schemeClr val="dk1"/>
                </a:solidFill>
                <a:latin typeface="Arimo"/>
                <a:ea typeface="Arimo"/>
                <a:cs typeface="Arimo"/>
                <a:sym typeface="Arimo"/>
              </a:rPr>
              <a:t>GitHub feature branches</a:t>
            </a:r>
            <a:endParaRPr sz="900">
              <a:solidFill>
                <a:schemeClr val="dk1"/>
              </a:solidFill>
              <a:latin typeface="Arimo"/>
              <a:ea typeface="Arimo"/>
              <a:cs typeface="Arimo"/>
              <a:sym typeface="Arimo"/>
            </a:endParaRPr>
          </a:p>
          <a:p>
            <a:pPr indent="-285750" lvl="0" marL="285750" rtl="0" algn="l">
              <a:lnSpc>
                <a:spcPct val="115000"/>
              </a:lnSpc>
              <a:spcBef>
                <a:spcPts val="0"/>
              </a:spcBef>
              <a:spcAft>
                <a:spcPts val="0"/>
              </a:spcAft>
              <a:buClr>
                <a:schemeClr val="dk1"/>
              </a:buClr>
              <a:buSzPts val="900"/>
              <a:buFont typeface="Arimo"/>
              <a:buChar char="●"/>
            </a:pPr>
            <a:r>
              <a:rPr lang="en" sz="900">
                <a:solidFill>
                  <a:schemeClr val="dk1"/>
                </a:solidFill>
                <a:latin typeface="Arimo"/>
                <a:ea typeface="Arimo"/>
                <a:cs typeface="Arimo"/>
                <a:sym typeface="Arimo"/>
              </a:rPr>
              <a:t>Individual feature development</a:t>
            </a:r>
            <a:endParaRPr sz="900">
              <a:solidFill>
                <a:schemeClr val="dk1"/>
              </a:solidFill>
              <a:latin typeface="Arimo"/>
              <a:ea typeface="Arimo"/>
              <a:cs typeface="Arimo"/>
              <a:sym typeface="Arimo"/>
            </a:endParaRPr>
          </a:p>
          <a:p>
            <a:pPr indent="-285750" lvl="0" marL="285750" rtl="0" algn="l">
              <a:lnSpc>
                <a:spcPct val="115000"/>
              </a:lnSpc>
              <a:spcBef>
                <a:spcPts val="0"/>
              </a:spcBef>
              <a:spcAft>
                <a:spcPts val="0"/>
              </a:spcAft>
              <a:buClr>
                <a:schemeClr val="dk1"/>
              </a:buClr>
              <a:buSzPts val="900"/>
              <a:buFont typeface="Arimo"/>
              <a:buChar char="●"/>
            </a:pPr>
            <a:r>
              <a:rPr lang="en" sz="900">
                <a:solidFill>
                  <a:schemeClr val="dk1"/>
                </a:solidFill>
                <a:latin typeface="Arimo"/>
                <a:ea typeface="Arimo"/>
                <a:cs typeface="Arimo"/>
                <a:sym typeface="Arimo"/>
              </a:rPr>
              <a:t>Merging into the main project</a:t>
            </a:r>
            <a:endParaRPr sz="800">
              <a:solidFill>
                <a:schemeClr val="dk1"/>
              </a:solidFill>
              <a:latin typeface="Arimo"/>
              <a:ea typeface="Arimo"/>
              <a:cs typeface="Arimo"/>
              <a:sym typeface="Arimo"/>
            </a:endParaRPr>
          </a:p>
        </p:txBody>
      </p:sp>
      <p:sp>
        <p:nvSpPr>
          <p:cNvPr id="782" name="Google Shape;782;p94"/>
          <p:cNvSpPr txBox="1"/>
          <p:nvPr/>
        </p:nvSpPr>
        <p:spPr>
          <a:xfrm>
            <a:off x="3711000" y="1301251"/>
            <a:ext cx="2902800" cy="1391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300">
                <a:solidFill>
                  <a:schemeClr val="dk1"/>
                </a:solidFill>
                <a:latin typeface="Arimo"/>
                <a:ea typeface="Arimo"/>
                <a:cs typeface="Arimo"/>
                <a:sym typeface="Arimo"/>
              </a:rPr>
              <a:t>Code Integration</a:t>
            </a:r>
            <a:endParaRPr sz="1300">
              <a:solidFill>
                <a:schemeClr val="dk1"/>
              </a:solidFill>
              <a:latin typeface="Arimo"/>
              <a:ea typeface="Arimo"/>
              <a:cs typeface="Arimo"/>
              <a:sym typeface="Arimo"/>
            </a:endParaRPr>
          </a:p>
          <a:p>
            <a:pPr indent="-285750" lvl="0" marL="285750" rtl="0" algn="l">
              <a:lnSpc>
                <a:spcPct val="115000"/>
              </a:lnSpc>
              <a:spcBef>
                <a:spcPts val="800"/>
              </a:spcBef>
              <a:spcAft>
                <a:spcPts val="0"/>
              </a:spcAft>
              <a:buClr>
                <a:schemeClr val="dk1"/>
              </a:buClr>
              <a:buSzPts val="900"/>
              <a:buFont typeface="Arimo"/>
              <a:buChar char="●"/>
            </a:pPr>
            <a:r>
              <a:rPr lang="en" sz="900">
                <a:solidFill>
                  <a:schemeClr val="dk1"/>
                </a:solidFill>
                <a:latin typeface="Arimo"/>
                <a:ea typeface="Arimo"/>
                <a:cs typeface="Arimo"/>
                <a:sym typeface="Arimo"/>
              </a:rPr>
              <a:t>Pull requests &amp; code reviews</a:t>
            </a:r>
            <a:endParaRPr sz="900">
              <a:solidFill>
                <a:schemeClr val="dk1"/>
              </a:solidFill>
              <a:latin typeface="Arimo"/>
              <a:ea typeface="Arimo"/>
              <a:cs typeface="Arimo"/>
              <a:sym typeface="Arimo"/>
            </a:endParaRPr>
          </a:p>
          <a:p>
            <a:pPr indent="-285750" lvl="0" marL="285750" rtl="0" algn="l">
              <a:lnSpc>
                <a:spcPct val="115000"/>
              </a:lnSpc>
              <a:spcBef>
                <a:spcPts val="0"/>
              </a:spcBef>
              <a:spcAft>
                <a:spcPts val="0"/>
              </a:spcAft>
              <a:buClr>
                <a:schemeClr val="dk1"/>
              </a:buClr>
              <a:buSzPts val="900"/>
              <a:buFont typeface="Arimo"/>
              <a:buChar char="●"/>
            </a:pPr>
            <a:r>
              <a:rPr lang="en" sz="900">
                <a:solidFill>
                  <a:schemeClr val="dk1"/>
                </a:solidFill>
                <a:latin typeface="Arimo"/>
                <a:ea typeface="Arimo"/>
                <a:cs typeface="Arimo"/>
                <a:sym typeface="Arimo"/>
              </a:rPr>
              <a:t>Resolving merge conflicts</a:t>
            </a:r>
            <a:endParaRPr sz="900">
              <a:solidFill>
                <a:schemeClr val="dk1"/>
              </a:solidFill>
              <a:latin typeface="Arimo"/>
              <a:ea typeface="Arimo"/>
              <a:cs typeface="Arimo"/>
              <a:sym typeface="Arimo"/>
            </a:endParaRPr>
          </a:p>
          <a:p>
            <a:pPr indent="-285750" lvl="0" marL="285750" rtl="0" algn="l">
              <a:lnSpc>
                <a:spcPct val="115000"/>
              </a:lnSpc>
              <a:spcBef>
                <a:spcPts val="0"/>
              </a:spcBef>
              <a:spcAft>
                <a:spcPts val="0"/>
              </a:spcAft>
              <a:buClr>
                <a:schemeClr val="dk1"/>
              </a:buClr>
              <a:buSzPts val="900"/>
              <a:buFont typeface="Arimo"/>
              <a:buChar char="●"/>
            </a:pPr>
            <a:r>
              <a:rPr lang="en" sz="900">
                <a:solidFill>
                  <a:schemeClr val="dk1"/>
                </a:solidFill>
                <a:latin typeface="Arimo"/>
                <a:ea typeface="Arimo"/>
                <a:cs typeface="Arimo"/>
                <a:sym typeface="Arimo"/>
              </a:rPr>
              <a:t>Integrating team members’ code</a:t>
            </a:r>
            <a:endParaRPr sz="900">
              <a:solidFill>
                <a:schemeClr val="dk1"/>
              </a:solidFill>
              <a:latin typeface="Arimo"/>
              <a:ea typeface="Arimo"/>
              <a:cs typeface="Arimo"/>
              <a:sym typeface="Arimo"/>
            </a:endParaRPr>
          </a:p>
        </p:txBody>
      </p:sp>
      <p:sp>
        <p:nvSpPr>
          <p:cNvPr id="783" name="Google Shape;783;p94"/>
          <p:cNvSpPr txBox="1"/>
          <p:nvPr/>
        </p:nvSpPr>
        <p:spPr>
          <a:xfrm>
            <a:off x="941850" y="2665900"/>
            <a:ext cx="2579400" cy="1221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300">
                <a:solidFill>
                  <a:schemeClr val="dk1"/>
                </a:solidFill>
                <a:latin typeface="Arimo"/>
                <a:ea typeface="Arimo"/>
                <a:cs typeface="Arimo"/>
                <a:sym typeface="Arimo"/>
              </a:rPr>
              <a:t>Shared Environment</a:t>
            </a:r>
            <a:endParaRPr sz="1300">
              <a:solidFill>
                <a:schemeClr val="dk1"/>
              </a:solidFill>
              <a:latin typeface="Arimo"/>
              <a:ea typeface="Arimo"/>
              <a:cs typeface="Arimo"/>
              <a:sym typeface="Arimo"/>
            </a:endParaRPr>
          </a:p>
          <a:p>
            <a:pPr indent="-285750" lvl="0" marL="285750" rtl="0" algn="l">
              <a:lnSpc>
                <a:spcPct val="115000"/>
              </a:lnSpc>
              <a:spcBef>
                <a:spcPts val="800"/>
              </a:spcBef>
              <a:spcAft>
                <a:spcPts val="0"/>
              </a:spcAft>
              <a:buClr>
                <a:schemeClr val="dk1"/>
              </a:buClr>
              <a:buSzPts val="900"/>
              <a:buFont typeface="Arimo"/>
              <a:buChar char="●"/>
            </a:pPr>
            <a:r>
              <a:rPr lang="en" sz="900">
                <a:solidFill>
                  <a:schemeClr val="dk1"/>
                </a:solidFill>
                <a:latin typeface="Arimo"/>
                <a:ea typeface="Arimo"/>
                <a:cs typeface="Arimo"/>
                <a:sym typeface="Arimo"/>
              </a:rPr>
              <a:t>Docker &amp; MySQL</a:t>
            </a:r>
            <a:endParaRPr sz="900">
              <a:solidFill>
                <a:schemeClr val="dk1"/>
              </a:solidFill>
              <a:latin typeface="Arimo"/>
              <a:ea typeface="Arimo"/>
              <a:cs typeface="Arimo"/>
              <a:sym typeface="Arimo"/>
            </a:endParaRPr>
          </a:p>
          <a:p>
            <a:pPr indent="-285750" lvl="0" marL="285750" rtl="0" algn="l">
              <a:lnSpc>
                <a:spcPct val="115000"/>
              </a:lnSpc>
              <a:spcBef>
                <a:spcPts val="0"/>
              </a:spcBef>
              <a:spcAft>
                <a:spcPts val="0"/>
              </a:spcAft>
              <a:buClr>
                <a:schemeClr val="dk1"/>
              </a:buClr>
              <a:buSzPts val="900"/>
              <a:buFont typeface="Arimo"/>
              <a:buChar char="●"/>
            </a:pPr>
            <a:r>
              <a:rPr lang="en" sz="900">
                <a:solidFill>
                  <a:schemeClr val="dk1"/>
                </a:solidFill>
                <a:latin typeface="Arimo"/>
                <a:ea typeface="Arimo"/>
                <a:cs typeface="Arimo"/>
                <a:sym typeface="Arimo"/>
              </a:rPr>
              <a:t>Consistent local setup</a:t>
            </a:r>
            <a:endParaRPr sz="900">
              <a:solidFill>
                <a:schemeClr val="dk1"/>
              </a:solidFill>
              <a:latin typeface="Arimo"/>
              <a:ea typeface="Arimo"/>
              <a:cs typeface="Arimo"/>
              <a:sym typeface="Arimo"/>
            </a:endParaRPr>
          </a:p>
          <a:p>
            <a:pPr indent="-285750" lvl="0" marL="285750" rtl="0" algn="l">
              <a:lnSpc>
                <a:spcPct val="115000"/>
              </a:lnSpc>
              <a:spcBef>
                <a:spcPts val="0"/>
              </a:spcBef>
              <a:spcAft>
                <a:spcPts val="0"/>
              </a:spcAft>
              <a:buClr>
                <a:schemeClr val="dk1"/>
              </a:buClr>
              <a:buSzPts val="900"/>
              <a:buFont typeface="Arimo"/>
              <a:buChar char="●"/>
            </a:pPr>
            <a:r>
              <a:rPr lang="en" sz="900">
                <a:solidFill>
                  <a:schemeClr val="dk1"/>
                </a:solidFill>
                <a:latin typeface="Arimo"/>
                <a:ea typeface="Arimo"/>
                <a:cs typeface="Arimo"/>
                <a:sym typeface="Arimo"/>
              </a:rPr>
              <a:t>Testing our integrated application</a:t>
            </a:r>
            <a:endParaRPr sz="900">
              <a:solidFill>
                <a:schemeClr val="dk1"/>
              </a:solidFill>
              <a:latin typeface="Arimo"/>
              <a:ea typeface="Arimo"/>
              <a:cs typeface="Arimo"/>
              <a:sym typeface="Arimo"/>
            </a:endParaRPr>
          </a:p>
        </p:txBody>
      </p:sp>
      <p:sp>
        <p:nvSpPr>
          <p:cNvPr id="784" name="Google Shape;784;p94"/>
          <p:cNvSpPr txBox="1"/>
          <p:nvPr/>
        </p:nvSpPr>
        <p:spPr>
          <a:xfrm>
            <a:off x="3711000" y="2650900"/>
            <a:ext cx="2452200" cy="1251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300">
                <a:solidFill>
                  <a:schemeClr val="dk1"/>
                </a:solidFill>
                <a:latin typeface="Arimo"/>
                <a:ea typeface="Arimo"/>
                <a:cs typeface="Arimo"/>
                <a:sym typeface="Arimo"/>
              </a:rPr>
              <a:t>Next Steps</a:t>
            </a:r>
            <a:endParaRPr sz="1300">
              <a:solidFill>
                <a:schemeClr val="dk1"/>
              </a:solidFill>
              <a:latin typeface="Arimo"/>
              <a:ea typeface="Arimo"/>
              <a:cs typeface="Arimo"/>
              <a:sym typeface="Arimo"/>
            </a:endParaRPr>
          </a:p>
          <a:p>
            <a:pPr indent="-285750" lvl="0" marL="285750" rtl="0" algn="l">
              <a:lnSpc>
                <a:spcPct val="115000"/>
              </a:lnSpc>
              <a:spcBef>
                <a:spcPts val="800"/>
              </a:spcBef>
              <a:spcAft>
                <a:spcPts val="0"/>
              </a:spcAft>
              <a:buClr>
                <a:schemeClr val="dk1"/>
              </a:buClr>
              <a:buSzPts val="900"/>
              <a:buFont typeface="Arimo"/>
              <a:buChar char="●"/>
            </a:pPr>
            <a:r>
              <a:rPr lang="en" sz="900">
                <a:solidFill>
                  <a:schemeClr val="dk1"/>
                </a:solidFill>
                <a:latin typeface="Arimo"/>
                <a:ea typeface="Arimo"/>
                <a:cs typeface="Arimo"/>
                <a:sym typeface="Arimo"/>
              </a:rPr>
              <a:t>Complete remaining functionality</a:t>
            </a:r>
            <a:endParaRPr sz="900">
              <a:solidFill>
                <a:schemeClr val="dk1"/>
              </a:solidFill>
              <a:latin typeface="Arimo"/>
              <a:ea typeface="Arimo"/>
              <a:cs typeface="Arimo"/>
              <a:sym typeface="Arimo"/>
            </a:endParaRPr>
          </a:p>
          <a:p>
            <a:pPr indent="-285750" lvl="0" marL="285750" rtl="0" algn="l">
              <a:lnSpc>
                <a:spcPct val="115000"/>
              </a:lnSpc>
              <a:spcBef>
                <a:spcPts val="0"/>
              </a:spcBef>
              <a:spcAft>
                <a:spcPts val="0"/>
              </a:spcAft>
              <a:buClr>
                <a:schemeClr val="dk1"/>
              </a:buClr>
              <a:buSzPts val="900"/>
              <a:buFont typeface="Arimo"/>
              <a:buChar char="●"/>
            </a:pPr>
            <a:r>
              <a:rPr lang="en" sz="900">
                <a:solidFill>
                  <a:schemeClr val="dk1"/>
                </a:solidFill>
                <a:latin typeface="Arimo"/>
                <a:ea typeface="Arimo"/>
                <a:cs typeface="Arimo"/>
                <a:sym typeface="Arimo"/>
              </a:rPr>
              <a:t>Finish testing with JUnit and Mockito</a:t>
            </a:r>
            <a:endParaRPr sz="900">
              <a:solidFill>
                <a:schemeClr val="dk1"/>
              </a:solidFill>
              <a:latin typeface="Arimo"/>
              <a:ea typeface="Arimo"/>
              <a:cs typeface="Arimo"/>
              <a:sym typeface="Arimo"/>
            </a:endParaRPr>
          </a:p>
          <a:p>
            <a:pPr indent="-285750" lvl="0" marL="285750" rtl="0" algn="l">
              <a:lnSpc>
                <a:spcPct val="115000"/>
              </a:lnSpc>
              <a:spcBef>
                <a:spcPts val="0"/>
              </a:spcBef>
              <a:spcAft>
                <a:spcPts val="0"/>
              </a:spcAft>
              <a:buClr>
                <a:schemeClr val="dk1"/>
              </a:buClr>
              <a:buSzPts val="900"/>
              <a:buFont typeface="Arimo"/>
              <a:buChar char="●"/>
            </a:pPr>
            <a:r>
              <a:rPr lang="en" sz="900">
                <a:solidFill>
                  <a:schemeClr val="dk1"/>
                </a:solidFill>
                <a:latin typeface="Arimo"/>
                <a:ea typeface="Arimo"/>
                <a:cs typeface="Arimo"/>
                <a:sym typeface="Arimo"/>
              </a:rPr>
              <a:t>Finalise documentation &amp; Open API</a:t>
            </a:r>
            <a:endParaRPr sz="900">
              <a:solidFill>
                <a:schemeClr val="dk1"/>
              </a:solidFill>
              <a:latin typeface="Arimo"/>
              <a:ea typeface="Arimo"/>
              <a:cs typeface="Arimo"/>
              <a:sym typeface="Arimo"/>
            </a:endParaRPr>
          </a:p>
          <a:p>
            <a:pPr indent="-285750" lvl="0" marL="285750" rtl="0" algn="l">
              <a:lnSpc>
                <a:spcPct val="115000"/>
              </a:lnSpc>
              <a:spcBef>
                <a:spcPts val="0"/>
              </a:spcBef>
              <a:spcAft>
                <a:spcPts val="0"/>
              </a:spcAft>
              <a:buClr>
                <a:schemeClr val="dk1"/>
              </a:buClr>
              <a:buSzPts val="900"/>
              <a:buFont typeface="Arimo"/>
              <a:buChar char="●"/>
            </a:pPr>
            <a:r>
              <a:rPr lang="en" sz="900">
                <a:solidFill>
                  <a:schemeClr val="dk1"/>
                </a:solidFill>
                <a:latin typeface="Arimo"/>
                <a:ea typeface="Arimo"/>
                <a:cs typeface="Arimo"/>
                <a:sym typeface="Arimo"/>
              </a:rPr>
              <a:t>Final review before submission</a:t>
            </a:r>
            <a:endParaRPr sz="900">
              <a:solidFill>
                <a:schemeClr val="dk1"/>
              </a:solidFill>
              <a:latin typeface="Arimo"/>
              <a:ea typeface="Arimo"/>
              <a:cs typeface="Arimo"/>
              <a:sym typeface="Arimo"/>
            </a:endParaRPr>
          </a:p>
        </p:txBody>
      </p:sp>
      <p:grpSp>
        <p:nvGrpSpPr>
          <p:cNvPr id="785" name="Google Shape;785;p94"/>
          <p:cNvGrpSpPr/>
          <p:nvPr/>
        </p:nvGrpSpPr>
        <p:grpSpPr>
          <a:xfrm>
            <a:off x="6218900" y="2962048"/>
            <a:ext cx="359400" cy="359400"/>
            <a:chOff x="3874475" y="2935598"/>
            <a:chExt cx="359400" cy="359400"/>
          </a:xfrm>
        </p:grpSpPr>
        <p:sp>
          <p:nvSpPr>
            <p:cNvPr id="786" name="Google Shape;786;p94"/>
            <p:cNvSpPr/>
            <p:nvPr/>
          </p:nvSpPr>
          <p:spPr>
            <a:xfrm>
              <a:off x="3874475" y="2935598"/>
              <a:ext cx="359400" cy="3594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lt1"/>
                </a:solidFill>
                <a:latin typeface="Arimo"/>
                <a:ea typeface="Arimo"/>
                <a:cs typeface="Arimo"/>
                <a:sym typeface="Arimo"/>
              </a:endParaRPr>
            </a:p>
          </p:txBody>
        </p:sp>
        <p:sp>
          <p:nvSpPr>
            <p:cNvPr id="787" name="Google Shape;787;p94"/>
            <p:cNvSpPr/>
            <p:nvPr/>
          </p:nvSpPr>
          <p:spPr>
            <a:xfrm>
              <a:off x="3905828" y="2966950"/>
              <a:ext cx="296700" cy="2967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dk1"/>
                  </a:solidFill>
                  <a:latin typeface="Arimo"/>
                  <a:ea typeface="Arimo"/>
                  <a:cs typeface="Arimo"/>
                  <a:sym typeface="Arimo"/>
                </a:rPr>
                <a:t>5</a:t>
              </a:r>
              <a:endParaRPr sz="1200">
                <a:solidFill>
                  <a:schemeClr val="dk1"/>
                </a:solidFill>
                <a:latin typeface="Arimo"/>
                <a:ea typeface="Arimo"/>
                <a:cs typeface="Arimo"/>
                <a:sym typeface="Arimo"/>
              </a:endParaRPr>
            </a:p>
          </p:txBody>
        </p:sp>
      </p:grpSp>
      <p:sp>
        <p:nvSpPr>
          <p:cNvPr id="788" name="Google Shape;788;p94"/>
          <p:cNvSpPr txBox="1"/>
          <p:nvPr/>
        </p:nvSpPr>
        <p:spPr>
          <a:xfrm>
            <a:off x="6634000" y="2692350"/>
            <a:ext cx="2452200" cy="1251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300">
                <a:solidFill>
                  <a:schemeClr val="dk1"/>
                </a:solidFill>
                <a:latin typeface="Arimo"/>
                <a:ea typeface="Arimo"/>
                <a:cs typeface="Arimo"/>
                <a:sym typeface="Arimo"/>
              </a:rPr>
              <a:t>Future Developments</a:t>
            </a:r>
            <a:endParaRPr sz="1300">
              <a:solidFill>
                <a:schemeClr val="dk1"/>
              </a:solidFill>
              <a:latin typeface="Arimo"/>
              <a:ea typeface="Arimo"/>
              <a:cs typeface="Arimo"/>
              <a:sym typeface="Arimo"/>
            </a:endParaRPr>
          </a:p>
          <a:p>
            <a:pPr indent="-285750" lvl="0" marL="285750" rtl="0" algn="l">
              <a:lnSpc>
                <a:spcPct val="115000"/>
              </a:lnSpc>
              <a:spcBef>
                <a:spcPts val="800"/>
              </a:spcBef>
              <a:spcAft>
                <a:spcPts val="0"/>
              </a:spcAft>
              <a:buClr>
                <a:schemeClr val="dk1"/>
              </a:buClr>
              <a:buSzPts val="900"/>
              <a:buFont typeface="Arimo"/>
              <a:buChar char="●"/>
            </a:pPr>
            <a:r>
              <a:rPr lang="en" sz="900">
                <a:solidFill>
                  <a:schemeClr val="dk1"/>
                </a:solidFill>
                <a:latin typeface="Arimo"/>
                <a:ea typeface="Arimo"/>
                <a:cs typeface="Arimo"/>
                <a:sym typeface="Arimo"/>
              </a:rPr>
              <a:t>Complete remaining functionality</a:t>
            </a:r>
            <a:endParaRPr sz="900">
              <a:solidFill>
                <a:schemeClr val="dk1"/>
              </a:solidFill>
              <a:latin typeface="Arimo"/>
              <a:ea typeface="Arimo"/>
              <a:cs typeface="Arimo"/>
              <a:sym typeface="Arimo"/>
            </a:endParaRPr>
          </a:p>
          <a:p>
            <a:pPr indent="-285750" lvl="0" marL="285750" rtl="0" algn="l">
              <a:lnSpc>
                <a:spcPct val="115000"/>
              </a:lnSpc>
              <a:spcBef>
                <a:spcPts val="0"/>
              </a:spcBef>
              <a:spcAft>
                <a:spcPts val="0"/>
              </a:spcAft>
              <a:buClr>
                <a:schemeClr val="dk1"/>
              </a:buClr>
              <a:buSzPts val="900"/>
              <a:buFont typeface="Arimo"/>
              <a:buChar char="●"/>
            </a:pPr>
            <a:r>
              <a:rPr lang="en" sz="900">
                <a:solidFill>
                  <a:schemeClr val="dk1"/>
                </a:solidFill>
                <a:latin typeface="Arimo"/>
                <a:ea typeface="Arimo"/>
                <a:cs typeface="Arimo"/>
                <a:sym typeface="Arimo"/>
              </a:rPr>
              <a:t>Finish testing</a:t>
            </a:r>
            <a:endParaRPr sz="900">
              <a:solidFill>
                <a:schemeClr val="dk1"/>
              </a:solidFill>
              <a:latin typeface="Arimo"/>
              <a:ea typeface="Arimo"/>
              <a:cs typeface="Arimo"/>
              <a:sym typeface="Arimo"/>
            </a:endParaRPr>
          </a:p>
          <a:p>
            <a:pPr indent="-285750" lvl="0" marL="285750" rtl="0" algn="l">
              <a:lnSpc>
                <a:spcPct val="115000"/>
              </a:lnSpc>
              <a:spcBef>
                <a:spcPts val="0"/>
              </a:spcBef>
              <a:spcAft>
                <a:spcPts val="0"/>
              </a:spcAft>
              <a:buClr>
                <a:schemeClr val="dk1"/>
              </a:buClr>
              <a:buSzPts val="900"/>
              <a:buFont typeface="Arimo"/>
              <a:buChar char="●"/>
            </a:pPr>
            <a:r>
              <a:rPr lang="en" sz="900">
                <a:solidFill>
                  <a:schemeClr val="dk1"/>
                </a:solidFill>
                <a:latin typeface="Arimo"/>
                <a:ea typeface="Arimo"/>
                <a:cs typeface="Arimo"/>
                <a:sym typeface="Arimo"/>
              </a:rPr>
              <a:t>Finalise documentation &amp; Open API</a:t>
            </a:r>
            <a:endParaRPr sz="900">
              <a:solidFill>
                <a:schemeClr val="dk1"/>
              </a:solidFill>
              <a:latin typeface="Arimo"/>
              <a:ea typeface="Arimo"/>
              <a:cs typeface="Arimo"/>
              <a:sym typeface="Arimo"/>
            </a:endParaRPr>
          </a:p>
          <a:p>
            <a:pPr indent="-285750" lvl="0" marL="285750" rtl="0" algn="l">
              <a:lnSpc>
                <a:spcPct val="115000"/>
              </a:lnSpc>
              <a:spcBef>
                <a:spcPts val="0"/>
              </a:spcBef>
              <a:spcAft>
                <a:spcPts val="0"/>
              </a:spcAft>
              <a:buClr>
                <a:schemeClr val="dk1"/>
              </a:buClr>
              <a:buSzPts val="900"/>
              <a:buFont typeface="Arimo"/>
              <a:buChar char="●"/>
            </a:pPr>
            <a:r>
              <a:rPr lang="en" sz="900">
                <a:solidFill>
                  <a:schemeClr val="dk1"/>
                </a:solidFill>
                <a:latin typeface="Arimo"/>
                <a:ea typeface="Arimo"/>
                <a:cs typeface="Arimo"/>
                <a:sym typeface="Arimo"/>
              </a:rPr>
              <a:t>Final review before submission</a:t>
            </a:r>
            <a:endParaRPr sz="900">
              <a:solidFill>
                <a:schemeClr val="dk1"/>
              </a:solidFill>
              <a:latin typeface="Arimo"/>
              <a:ea typeface="Arimo"/>
              <a:cs typeface="Arimo"/>
              <a:sym typeface="Arim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duct demo | Human focus">
  <a:themeElements>
    <a:clrScheme name="Simple Light">
      <a:dk1>
        <a:srgbClr val="3C4043"/>
      </a:dk1>
      <a:lt1>
        <a:srgbClr val="000000"/>
      </a:lt1>
      <a:dk2>
        <a:srgbClr val="F4F4F4"/>
      </a:dk2>
      <a:lt2>
        <a:srgbClr val="FFFFFF"/>
      </a:lt2>
      <a:accent1>
        <a:srgbClr val="FDD198"/>
      </a:accent1>
      <a:accent2>
        <a:srgbClr val="F4F4F4"/>
      </a:accent2>
      <a:accent3>
        <a:srgbClr val="B7B7B7"/>
      </a:accent3>
      <a:accent4>
        <a:srgbClr val="FFA767"/>
      </a:accent4>
      <a:accent5>
        <a:srgbClr val="FFF2DC"/>
      </a:accent5>
      <a:accent6>
        <a:srgbClr val="F0C894"/>
      </a:accent6>
      <a:hlink>
        <a:srgbClr val="CAA9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